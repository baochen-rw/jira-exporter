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handoutMasterIdLst>
    <p:handoutMasterId r:id="rId6"/>
  </p:handoutMasterIdLst>
  <p:sldIdLst>
    <p:sldId id="1248" r:id="rId2"/>
    <p:sldId id="1400" r:id="rId15"/>
  </p:sldIdLst>
  <p:sldSz cx="24384000" cy="13716000"/>
  <p:notesSz cx="6858000" cy="9144000"/>
  <p:custDataLst>
    <p:tags r:id="rId7"/>
  </p:custDataLst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r" defTabSz="117221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400" b="0" i="0" u="none" strike="noStrike" cap="none" spc="0" normalizeH="0" baseline="0">
        <a:ln>
          <a:noFill/>
        </a:ln>
        <a:solidFill>
          <a:srgbClr val="6C6C6C"/>
        </a:solidFill>
        <a:effectLst/>
        <a:uFillTx/>
        <a:latin typeface="Helvetica"/>
        <a:ea typeface="Helvetica"/>
        <a:cs typeface="Helvetica"/>
        <a:sym typeface="Helvetica"/>
      </a:defRPr>
    </a:lvl1pPr>
    <a:lvl2pPr marL="0" marR="0" indent="0" algn="r" defTabSz="117221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400" b="0" i="0" u="none" strike="noStrike" cap="none" spc="0" normalizeH="0" baseline="0">
        <a:ln>
          <a:noFill/>
        </a:ln>
        <a:solidFill>
          <a:srgbClr val="6C6C6C"/>
        </a:solidFill>
        <a:effectLst/>
        <a:uFillTx/>
        <a:latin typeface="Helvetica"/>
        <a:ea typeface="Helvetica"/>
        <a:cs typeface="Helvetica"/>
        <a:sym typeface="Helvetica"/>
      </a:defRPr>
    </a:lvl2pPr>
    <a:lvl3pPr marL="0" marR="0" indent="0" algn="r" defTabSz="117221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400" b="0" i="0" u="none" strike="noStrike" cap="none" spc="0" normalizeH="0" baseline="0">
        <a:ln>
          <a:noFill/>
        </a:ln>
        <a:solidFill>
          <a:srgbClr val="6C6C6C"/>
        </a:solidFill>
        <a:effectLst/>
        <a:uFillTx/>
        <a:latin typeface="Helvetica"/>
        <a:ea typeface="Helvetica"/>
        <a:cs typeface="Helvetica"/>
        <a:sym typeface="Helvetica"/>
      </a:defRPr>
    </a:lvl3pPr>
    <a:lvl4pPr marL="0" marR="0" indent="0" algn="r" defTabSz="117221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400" b="0" i="0" u="none" strike="noStrike" cap="none" spc="0" normalizeH="0" baseline="0">
        <a:ln>
          <a:noFill/>
        </a:ln>
        <a:solidFill>
          <a:srgbClr val="6C6C6C"/>
        </a:solidFill>
        <a:effectLst/>
        <a:uFillTx/>
        <a:latin typeface="Helvetica"/>
        <a:ea typeface="Helvetica"/>
        <a:cs typeface="Helvetica"/>
        <a:sym typeface="Helvetica"/>
      </a:defRPr>
    </a:lvl4pPr>
    <a:lvl5pPr marL="0" marR="0" indent="0" algn="r" defTabSz="117221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400" b="0" i="0" u="none" strike="noStrike" cap="none" spc="0" normalizeH="0" baseline="0">
        <a:ln>
          <a:noFill/>
        </a:ln>
        <a:solidFill>
          <a:srgbClr val="6C6C6C"/>
        </a:solidFill>
        <a:effectLst/>
        <a:uFillTx/>
        <a:latin typeface="Helvetica"/>
        <a:ea typeface="Helvetica"/>
        <a:cs typeface="Helvetica"/>
        <a:sym typeface="Helvetica"/>
      </a:defRPr>
    </a:lvl5pPr>
    <a:lvl6pPr marL="0" marR="0" indent="0" algn="r" defTabSz="117221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400" b="0" i="0" u="none" strike="noStrike" cap="none" spc="0" normalizeH="0" baseline="0">
        <a:ln>
          <a:noFill/>
        </a:ln>
        <a:solidFill>
          <a:srgbClr val="6C6C6C"/>
        </a:solidFill>
        <a:effectLst/>
        <a:uFillTx/>
        <a:latin typeface="Helvetica"/>
        <a:ea typeface="Helvetica"/>
        <a:cs typeface="Helvetica"/>
        <a:sym typeface="Helvetica"/>
      </a:defRPr>
    </a:lvl6pPr>
    <a:lvl7pPr marL="0" marR="0" indent="0" algn="r" defTabSz="117221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400" b="0" i="0" u="none" strike="noStrike" cap="none" spc="0" normalizeH="0" baseline="0">
        <a:ln>
          <a:noFill/>
        </a:ln>
        <a:solidFill>
          <a:srgbClr val="6C6C6C"/>
        </a:solidFill>
        <a:effectLst/>
        <a:uFillTx/>
        <a:latin typeface="Helvetica"/>
        <a:ea typeface="Helvetica"/>
        <a:cs typeface="Helvetica"/>
        <a:sym typeface="Helvetica"/>
      </a:defRPr>
    </a:lvl7pPr>
    <a:lvl8pPr marL="0" marR="0" indent="0" algn="r" defTabSz="117221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400" b="0" i="0" u="none" strike="noStrike" cap="none" spc="0" normalizeH="0" baseline="0">
        <a:ln>
          <a:noFill/>
        </a:ln>
        <a:solidFill>
          <a:srgbClr val="6C6C6C"/>
        </a:solidFill>
        <a:effectLst/>
        <a:uFillTx/>
        <a:latin typeface="Helvetica"/>
        <a:ea typeface="Helvetica"/>
        <a:cs typeface="Helvetica"/>
        <a:sym typeface="Helvetica"/>
      </a:defRPr>
    </a:lvl8pPr>
    <a:lvl9pPr marL="0" marR="0" indent="0" algn="r" defTabSz="117221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400" b="0" i="0" u="none" strike="noStrike" cap="none" spc="0" normalizeH="0" baseline="0">
        <a:ln>
          <a:noFill/>
        </a:ln>
        <a:solidFill>
          <a:srgbClr val="6C6C6C"/>
        </a:solidFill>
        <a:effectLst/>
        <a:uFillTx/>
        <a:latin typeface="Helvetica"/>
        <a:ea typeface="Helvetica"/>
        <a:cs typeface="Helvetica"/>
        <a:sym typeface="Helvetica"/>
      </a:defRPr>
    </a:lvl9pPr>
  </p:defaultTextStyle>
  <p:extLst>
    <p:ext uri="{521415D9-36F7-43E2-AB2F-B90AF26B5E84}">
      <p14:sectionLst xmlns:p14="http://schemas.microsoft.com/office/powerpoint/2010/main">
        <p14:section name="Summary" id="{79B10970-BFF2-4C80-8CC7-87DFDB78D632}">
          <p14:sldIdLst>
            <p14:sldId id="1248"/>
          </p14:sldIdLst>
        </p14:section>
        <p14:section name="Section" id="{CF033A8C-7F22-4AE0-A6A5-0B754B0C7A49}">
          <p14:sldIdLst>
            <p14:sldId id="1397"/>
            <p14:sldId id="139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2704EC57-1439-2E6E-0D38-0FB3A3936B74}" name="Boyce Chen" initials="BC" userId="86a2b12e41226f78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800080"/>
    <a:srgbClr val="003366"/>
    <a:srgbClr val="0066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88CA1F0-7310-46A1-B3F3-511FDB23079C}" v="33" dt="2026-04-02T09:49:44.075"/>
  </p1510:revLst>
</p1510:revInfo>
</file>

<file path=ppt/tableStyles.xml><?xml version="1.0" encoding="utf-8"?>
<a:tblStyleLst xmlns:a="http://schemas.openxmlformats.org/drawingml/2006/main" def="{5940675A-B579-460E-94D1-54222C63F5D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818" autoAdjust="0"/>
    <p:restoredTop sz="94099" autoAdjust="0"/>
  </p:normalViewPr>
  <p:slideViewPr>
    <p:cSldViewPr snapToGrid="0" snapToObjects="1">
      <p:cViewPr varScale="1">
        <p:scale>
          <a:sx n="61" d="100"/>
          <a:sy n="61" d="100"/>
        </p:scale>
        <p:origin x="10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319" cy="76319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5" Type="http://schemas.openxmlformats.org/officeDocument/2006/relationships/notesMaster" Target="notesMasters/notesMaster1.xml"/><Relationship Id="rId6" Type="http://schemas.openxmlformats.org/officeDocument/2006/relationships/handoutMaster" Target="handoutMasters/handoutMaster1.xml"/><Relationship Id="rId7" Type="http://schemas.openxmlformats.org/officeDocument/2006/relationships/tags" Target="tags/tag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Relationship Id="rId12" Type="http://schemas.microsoft.com/office/2016/11/relationships/changesInfo" Target="changesInfos/changesInfo1.xml"/><Relationship Id="rId13" Type="http://schemas.microsoft.com/office/2015/10/relationships/revisionInfo" Target="revisionInfo.xml"/><Relationship Id="rId14" Type="http://schemas.microsoft.com/office/2018/10/relationships/authors" Target="authors.xml"/><Relationship Id="rId15" Type="http://schemas.openxmlformats.org/officeDocument/2006/relationships/slide" Target="slides/slide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yrion Bao" userId="86a2b12e41226f78" providerId="LiveId" clId="{BE0B2CE4-1428-496C-ACE6-ADB1F60287EC}"/>
    <pc:docChg chg="undo custSel addSld delSld modSld addSection delSection modSection">
      <pc:chgData name="Tyrion Bao" userId="86a2b12e41226f78" providerId="LiveId" clId="{BE0B2CE4-1428-496C-ACE6-ADB1F60287EC}" dt="2026-04-02T09:50:21.050" v="175" actId="1076"/>
      <pc:docMkLst>
        <pc:docMk/>
      </pc:docMkLst>
      <pc:sldChg chg="modSp mod">
        <pc:chgData name="Tyrion Bao" userId="86a2b12e41226f78" providerId="LiveId" clId="{BE0B2CE4-1428-496C-ACE6-ADB1F60287EC}" dt="2026-04-02T09:41:32.798" v="6" actId="108"/>
        <pc:sldMkLst>
          <pc:docMk/>
          <pc:sldMk cId="0" sldId="302"/>
        </pc:sldMkLst>
        <pc:spChg chg="mod">
          <ac:chgData name="Tyrion Bao" userId="86a2b12e41226f78" providerId="LiveId" clId="{BE0B2CE4-1428-496C-ACE6-ADB1F60287EC}" dt="2026-04-02T09:41:32.798" v="6" actId="108"/>
          <ac:spMkLst>
            <pc:docMk/>
            <pc:sldMk cId="0" sldId="302"/>
            <ac:spMk id="6" creationId="{00000000-0000-0000-0000-000000000000}"/>
          </ac:spMkLst>
        </pc:spChg>
      </pc:sldChg>
      <pc:sldChg chg="modSp mod">
        <pc:chgData name="Tyrion Bao" userId="86a2b12e41226f78" providerId="LiveId" clId="{BE0B2CE4-1428-496C-ACE6-ADB1F60287EC}" dt="2026-04-02T09:49:01.111" v="151" actId="207"/>
        <pc:sldMkLst>
          <pc:docMk/>
          <pc:sldMk cId="0" sldId="1248"/>
        </pc:sldMkLst>
        <pc:graphicFrameChg chg="mod modGraphic">
          <ac:chgData name="Tyrion Bao" userId="86a2b12e41226f78" providerId="LiveId" clId="{BE0B2CE4-1428-496C-ACE6-ADB1F60287EC}" dt="2026-04-02T09:49:01.111" v="151" actId="207"/>
          <ac:graphicFrameMkLst>
            <pc:docMk/>
            <pc:sldMk cId="0" sldId="1248"/>
            <ac:graphicFrameMk id="16" creationId="{00000000-0000-0000-0000-000000000000}"/>
          </ac:graphicFrameMkLst>
        </pc:graphicFrameChg>
      </pc:sldChg>
      <pc:sldChg chg="del">
        <pc:chgData name="Tyrion Bao" userId="86a2b12e41226f78" providerId="LiveId" clId="{BE0B2CE4-1428-496C-ACE6-ADB1F60287EC}" dt="2026-04-02T09:43:27.045" v="30" actId="47"/>
        <pc:sldMkLst>
          <pc:docMk/>
          <pc:sldMk cId="0" sldId="1366"/>
        </pc:sldMkLst>
      </pc:sldChg>
      <pc:sldChg chg="del">
        <pc:chgData name="Tyrion Bao" userId="86a2b12e41226f78" providerId="LiveId" clId="{BE0B2CE4-1428-496C-ACE6-ADB1F60287EC}" dt="2026-04-02T09:43:27.045" v="30" actId="47"/>
        <pc:sldMkLst>
          <pc:docMk/>
          <pc:sldMk cId="0" sldId="1367"/>
        </pc:sldMkLst>
      </pc:sldChg>
      <pc:sldChg chg="del">
        <pc:chgData name="Tyrion Bao" userId="86a2b12e41226f78" providerId="LiveId" clId="{BE0B2CE4-1428-496C-ACE6-ADB1F60287EC}" dt="2026-04-02T09:43:27.045" v="30" actId="47"/>
        <pc:sldMkLst>
          <pc:docMk/>
          <pc:sldMk cId="0" sldId="1369"/>
        </pc:sldMkLst>
      </pc:sldChg>
      <pc:sldChg chg="del">
        <pc:chgData name="Tyrion Bao" userId="86a2b12e41226f78" providerId="LiveId" clId="{BE0B2CE4-1428-496C-ACE6-ADB1F60287EC}" dt="2026-04-02T09:43:27.045" v="30" actId="47"/>
        <pc:sldMkLst>
          <pc:docMk/>
          <pc:sldMk cId="0" sldId="1370"/>
        </pc:sldMkLst>
      </pc:sldChg>
      <pc:sldChg chg="del">
        <pc:chgData name="Tyrion Bao" userId="86a2b12e41226f78" providerId="LiveId" clId="{BE0B2CE4-1428-496C-ACE6-ADB1F60287EC}" dt="2026-04-02T09:43:20.793" v="28" actId="47"/>
        <pc:sldMkLst>
          <pc:docMk/>
          <pc:sldMk cId="0" sldId="1375"/>
        </pc:sldMkLst>
      </pc:sldChg>
      <pc:sldChg chg="addSp delSp modSp mod">
        <pc:chgData name="Tyrion Bao" userId="86a2b12e41226f78" providerId="LiveId" clId="{BE0B2CE4-1428-496C-ACE6-ADB1F60287EC}" dt="2026-04-02T09:45:31.609" v="69" actId="20577"/>
        <pc:sldMkLst>
          <pc:docMk/>
          <pc:sldMk cId="0" sldId="1376"/>
        </pc:sldMkLst>
        <pc:spChg chg="del">
          <ac:chgData name="Tyrion Bao" userId="86a2b12e41226f78" providerId="LiveId" clId="{BE0B2CE4-1428-496C-ACE6-ADB1F60287EC}" dt="2026-04-02T09:43:53.874" v="36" actId="478"/>
          <ac:spMkLst>
            <pc:docMk/>
            <pc:sldMk cId="0" sldId="1376"/>
            <ac:spMk id="6" creationId="{00000000-0000-0000-0000-000000000000}"/>
          </ac:spMkLst>
        </pc:spChg>
        <pc:spChg chg="add mod">
          <ac:chgData name="Tyrion Bao" userId="86a2b12e41226f78" providerId="LiveId" clId="{BE0B2CE4-1428-496C-ACE6-ADB1F60287EC}" dt="2026-04-02T09:45:31.609" v="69" actId="20577"/>
          <ac:spMkLst>
            <pc:docMk/>
            <pc:sldMk cId="0" sldId="1376"/>
            <ac:spMk id="8" creationId="{21C2C35F-CAF6-6984-D62F-5FD6958935E6}"/>
          </ac:spMkLst>
        </pc:spChg>
        <pc:spChg chg="del">
          <ac:chgData name="Tyrion Bao" userId="86a2b12e41226f78" providerId="LiveId" clId="{BE0B2CE4-1428-496C-ACE6-ADB1F60287EC}" dt="2026-04-02T09:43:51.755" v="35" actId="478"/>
          <ac:spMkLst>
            <pc:docMk/>
            <pc:sldMk cId="0" sldId="1376"/>
            <ac:spMk id="9" creationId="{00000000-0000-0000-0000-000000000000}"/>
          </ac:spMkLst>
        </pc:spChg>
        <pc:spChg chg="mod">
          <ac:chgData name="Tyrion Bao" userId="86a2b12e41226f78" providerId="LiveId" clId="{BE0B2CE4-1428-496C-ACE6-ADB1F60287EC}" dt="2026-04-02T09:45:10.676" v="54"/>
          <ac:spMkLst>
            <pc:docMk/>
            <pc:sldMk cId="0" sldId="1376"/>
            <ac:spMk id="12" creationId="{00000000-0000-0000-0000-000000000000}"/>
          </ac:spMkLst>
        </pc:spChg>
        <pc:picChg chg="add mod">
          <ac:chgData name="Tyrion Bao" userId="86a2b12e41226f78" providerId="LiveId" clId="{BE0B2CE4-1428-496C-ACE6-ADB1F60287EC}" dt="2026-04-02T09:44:32.094" v="44" actId="1076"/>
          <ac:picMkLst>
            <pc:docMk/>
            <pc:sldMk cId="0" sldId="1376"/>
            <ac:picMk id="3" creationId="{5DBFF004-93B1-5AE0-C3B3-3102D4FB16FD}"/>
          </ac:picMkLst>
        </pc:picChg>
        <pc:picChg chg="del">
          <ac:chgData name="Tyrion Bao" userId="86a2b12e41226f78" providerId="LiveId" clId="{BE0B2CE4-1428-496C-ACE6-ADB1F60287EC}" dt="2026-04-02T09:43:48.258" v="34" actId="478"/>
          <ac:picMkLst>
            <pc:docMk/>
            <pc:sldMk cId="0" sldId="1376"/>
            <ac:picMk id="4" creationId="{00000000-0000-0000-0000-000000000000}"/>
          </ac:picMkLst>
        </pc:picChg>
        <pc:picChg chg="add mod">
          <ac:chgData name="Tyrion Bao" userId="86a2b12e41226f78" providerId="LiveId" clId="{BE0B2CE4-1428-496C-ACE6-ADB1F60287EC}" dt="2026-04-02T09:44:34.468" v="46" actId="1076"/>
          <ac:picMkLst>
            <pc:docMk/>
            <pc:sldMk cId="0" sldId="1376"/>
            <ac:picMk id="7" creationId="{63A6DBAD-D3AA-127F-283E-38C7B8FE1DEE}"/>
          </ac:picMkLst>
        </pc:picChg>
      </pc:sldChg>
      <pc:sldChg chg="del">
        <pc:chgData name="Tyrion Bao" userId="86a2b12e41226f78" providerId="LiveId" clId="{BE0B2CE4-1428-496C-ACE6-ADB1F60287EC}" dt="2026-04-02T09:45:42.205" v="72" actId="47"/>
        <pc:sldMkLst>
          <pc:docMk/>
          <pc:sldMk cId="0" sldId="1378"/>
        </pc:sldMkLst>
      </pc:sldChg>
      <pc:sldChg chg="del">
        <pc:chgData name="Tyrion Bao" userId="86a2b12e41226f78" providerId="LiveId" clId="{BE0B2CE4-1428-496C-ACE6-ADB1F60287EC}" dt="2026-04-02T09:43:19.297" v="27" actId="47"/>
        <pc:sldMkLst>
          <pc:docMk/>
          <pc:sldMk cId="0" sldId="1379"/>
        </pc:sldMkLst>
      </pc:sldChg>
      <pc:sldChg chg="del">
        <pc:chgData name="Tyrion Bao" userId="86a2b12e41226f78" providerId="LiveId" clId="{BE0B2CE4-1428-496C-ACE6-ADB1F60287EC}" dt="2026-04-02T09:45:42.205" v="72" actId="47"/>
        <pc:sldMkLst>
          <pc:docMk/>
          <pc:sldMk cId="0" sldId="1384"/>
        </pc:sldMkLst>
      </pc:sldChg>
      <pc:sldChg chg="del">
        <pc:chgData name="Tyrion Bao" userId="86a2b12e41226f78" providerId="LiveId" clId="{BE0B2CE4-1428-496C-ACE6-ADB1F60287EC}" dt="2026-04-02T09:43:19.297" v="27" actId="47"/>
        <pc:sldMkLst>
          <pc:docMk/>
          <pc:sldMk cId="0" sldId="1385"/>
        </pc:sldMkLst>
      </pc:sldChg>
      <pc:sldChg chg="addSp delSp modSp add mod">
        <pc:chgData name="Tyrion Bao" userId="86a2b12e41226f78" providerId="LiveId" clId="{BE0B2CE4-1428-496C-ACE6-ADB1F60287EC}" dt="2026-04-02T09:45:38.199" v="71"/>
        <pc:sldMkLst>
          <pc:docMk/>
          <pc:sldMk cId="1791801279" sldId="1385"/>
        </pc:sldMkLst>
        <pc:spChg chg="add mod">
          <ac:chgData name="Tyrion Bao" userId="86a2b12e41226f78" providerId="LiveId" clId="{BE0B2CE4-1428-496C-ACE6-ADB1F60287EC}" dt="2026-04-02T09:45:26.998" v="58"/>
          <ac:spMkLst>
            <pc:docMk/>
            <pc:sldMk cId="1791801279" sldId="1385"/>
            <ac:spMk id="5" creationId="{18D830F0-4B8B-F9F2-51EA-38E4897C22CF}"/>
          </ac:spMkLst>
        </pc:spChg>
        <pc:spChg chg="add mod">
          <ac:chgData name="Tyrion Bao" userId="86a2b12e41226f78" providerId="LiveId" clId="{BE0B2CE4-1428-496C-ACE6-ADB1F60287EC}" dt="2026-04-02T09:45:34.777" v="70"/>
          <ac:spMkLst>
            <pc:docMk/>
            <pc:sldMk cId="1791801279" sldId="1385"/>
            <ac:spMk id="6" creationId="{EA3BC888-6E1D-814E-C24C-2EB8EF7DB9DF}"/>
          </ac:spMkLst>
        </pc:spChg>
        <pc:spChg chg="add mod">
          <ac:chgData name="Tyrion Bao" userId="86a2b12e41226f78" providerId="LiveId" clId="{BE0B2CE4-1428-496C-ACE6-ADB1F60287EC}" dt="2026-04-02T09:45:38.199" v="71"/>
          <ac:spMkLst>
            <pc:docMk/>
            <pc:sldMk cId="1791801279" sldId="1385"/>
            <ac:spMk id="8" creationId="{A54DF6BC-3A1D-63B3-4EAB-E8BEAA890F77}"/>
          </ac:spMkLst>
        </pc:spChg>
        <pc:spChg chg="mod">
          <ac:chgData name="Tyrion Bao" userId="86a2b12e41226f78" providerId="LiveId" clId="{BE0B2CE4-1428-496C-ACE6-ADB1F60287EC}" dt="2026-04-02T09:45:13.555" v="55"/>
          <ac:spMkLst>
            <pc:docMk/>
            <pc:sldMk cId="1791801279" sldId="1385"/>
            <ac:spMk id="12" creationId="{29460C72-B3F2-A3E0-4370-729B694FB1E9}"/>
          </ac:spMkLst>
        </pc:spChg>
        <pc:picChg chg="del">
          <ac:chgData name="Tyrion Bao" userId="86a2b12e41226f78" providerId="LiveId" clId="{BE0B2CE4-1428-496C-ACE6-ADB1F60287EC}" dt="2026-04-02T09:44:41.037" v="48" actId="478"/>
          <ac:picMkLst>
            <pc:docMk/>
            <pc:sldMk cId="1791801279" sldId="1385"/>
            <ac:picMk id="3" creationId="{EDFAE6DE-1D40-CCF7-B4E4-686BEAD21CC9}"/>
          </ac:picMkLst>
        </pc:picChg>
        <pc:picChg chg="add mod">
          <ac:chgData name="Tyrion Bao" userId="86a2b12e41226f78" providerId="LiveId" clId="{BE0B2CE4-1428-496C-ACE6-ADB1F60287EC}" dt="2026-04-02T09:45:17.391" v="56" actId="1076"/>
          <ac:picMkLst>
            <pc:docMk/>
            <pc:sldMk cId="1791801279" sldId="1385"/>
            <ac:picMk id="4" creationId="{C24AD5F7-611F-B1D6-AD01-6D60D1E18945}"/>
          </ac:picMkLst>
        </pc:picChg>
        <pc:picChg chg="del">
          <ac:chgData name="Tyrion Bao" userId="86a2b12e41226f78" providerId="LiveId" clId="{BE0B2CE4-1428-496C-ACE6-ADB1F60287EC}" dt="2026-04-02T09:44:41.037" v="48" actId="478"/>
          <ac:picMkLst>
            <pc:docMk/>
            <pc:sldMk cId="1791801279" sldId="1385"/>
            <ac:picMk id="7" creationId="{D8DF9506-1F5D-0F1A-B32D-1B50D3C56325}"/>
          </ac:picMkLst>
        </pc:picChg>
      </pc:sldChg>
      <pc:sldChg chg="addSp delSp modSp add mod">
        <pc:chgData name="Tyrion Bao" userId="86a2b12e41226f78" providerId="LiveId" clId="{BE0B2CE4-1428-496C-ACE6-ADB1F60287EC}" dt="2026-04-02T09:47:44.797" v="121" actId="1076"/>
        <pc:sldMkLst>
          <pc:docMk/>
          <pc:sldMk cId="524894134" sldId="1386"/>
        </pc:sldMkLst>
        <pc:spChg chg="mod">
          <ac:chgData name="Tyrion Bao" userId="86a2b12e41226f78" providerId="LiveId" clId="{BE0B2CE4-1428-496C-ACE6-ADB1F60287EC}" dt="2026-04-02T09:46:55.376" v="111" actId="20577"/>
          <ac:spMkLst>
            <pc:docMk/>
            <pc:sldMk cId="524894134" sldId="1386"/>
            <ac:spMk id="8" creationId="{153EA02C-F173-6924-CEAB-E42310BD3AD3}"/>
          </ac:spMkLst>
        </pc:spChg>
        <pc:spChg chg="mod">
          <ac:chgData name="Tyrion Bao" userId="86a2b12e41226f78" providerId="LiveId" clId="{BE0B2CE4-1428-496C-ACE6-ADB1F60287EC}" dt="2026-04-02T09:47:30.852" v="117"/>
          <ac:spMkLst>
            <pc:docMk/>
            <pc:sldMk cId="524894134" sldId="1386"/>
            <ac:spMk id="12" creationId="{261A1DE1-992C-942D-F99A-331F3196A00A}"/>
          </ac:spMkLst>
        </pc:spChg>
        <pc:picChg chg="del">
          <ac:chgData name="Tyrion Bao" userId="86a2b12e41226f78" providerId="LiveId" clId="{BE0B2CE4-1428-496C-ACE6-ADB1F60287EC}" dt="2026-04-02T09:47:43.826" v="119" actId="478"/>
          <ac:picMkLst>
            <pc:docMk/>
            <pc:sldMk cId="524894134" sldId="1386"/>
            <ac:picMk id="3" creationId="{E42956C6-3027-C9EF-46B4-8B9543E54112}"/>
          </ac:picMkLst>
        </pc:picChg>
        <pc:picChg chg="add mod">
          <ac:chgData name="Tyrion Bao" userId="86a2b12e41226f78" providerId="LiveId" clId="{BE0B2CE4-1428-496C-ACE6-ADB1F60287EC}" dt="2026-04-02T09:47:44.797" v="121" actId="1076"/>
          <ac:picMkLst>
            <pc:docMk/>
            <pc:sldMk cId="524894134" sldId="1386"/>
            <ac:picMk id="4" creationId="{4E0AE18B-91DB-FA87-6BC7-FE082C586784}"/>
          </ac:picMkLst>
        </pc:picChg>
        <pc:picChg chg="del">
          <ac:chgData name="Tyrion Bao" userId="86a2b12e41226f78" providerId="LiveId" clId="{BE0B2CE4-1428-496C-ACE6-ADB1F60287EC}" dt="2026-04-02T09:47:43.826" v="119" actId="478"/>
          <ac:picMkLst>
            <pc:docMk/>
            <pc:sldMk cId="524894134" sldId="1386"/>
            <ac:picMk id="7" creationId="{BE5F6CA7-C7E6-DC03-E178-A5DEFC07DD7A}"/>
          </ac:picMkLst>
        </pc:picChg>
      </pc:sldChg>
      <pc:sldChg chg="del">
        <pc:chgData name="Tyrion Bao" userId="86a2b12e41226f78" providerId="LiveId" clId="{BE0B2CE4-1428-496C-ACE6-ADB1F60287EC}" dt="2026-04-02T09:43:19.297" v="27" actId="47"/>
        <pc:sldMkLst>
          <pc:docMk/>
          <pc:sldMk cId="0" sldId="1387"/>
        </pc:sldMkLst>
      </pc:sldChg>
      <pc:sldChg chg="addSp delSp modSp add mod">
        <pc:chgData name="Tyrion Bao" userId="86a2b12e41226f78" providerId="LiveId" clId="{BE0B2CE4-1428-496C-ACE6-ADB1F60287EC}" dt="2026-04-02T09:48:29.768" v="137" actId="14100"/>
        <pc:sldMkLst>
          <pc:docMk/>
          <pc:sldMk cId="608464585" sldId="1387"/>
        </pc:sldMkLst>
        <pc:spChg chg="mod">
          <ac:chgData name="Tyrion Bao" userId="86a2b12e41226f78" providerId="LiveId" clId="{BE0B2CE4-1428-496C-ACE6-ADB1F60287EC}" dt="2026-04-02T09:46:58.592" v="113"/>
          <ac:spMkLst>
            <pc:docMk/>
            <pc:sldMk cId="608464585" sldId="1387"/>
            <ac:spMk id="8" creationId="{CEBD053C-EB87-34DF-E7DE-5503B4461C8A}"/>
          </ac:spMkLst>
        </pc:spChg>
        <pc:spChg chg="mod">
          <ac:chgData name="Tyrion Bao" userId="86a2b12e41226f78" providerId="LiveId" clId="{BE0B2CE4-1428-496C-ACE6-ADB1F60287EC}" dt="2026-04-02T09:47:33.972" v="118"/>
          <ac:spMkLst>
            <pc:docMk/>
            <pc:sldMk cId="608464585" sldId="1387"/>
            <ac:spMk id="12" creationId="{AC6CC0AF-05FE-C9D5-9AFC-99431102EAE4}"/>
          </ac:spMkLst>
        </pc:spChg>
        <pc:picChg chg="add mod">
          <ac:chgData name="Tyrion Bao" userId="86a2b12e41226f78" providerId="LiveId" clId="{BE0B2CE4-1428-496C-ACE6-ADB1F60287EC}" dt="2026-04-02T09:48:29.768" v="137" actId="14100"/>
          <ac:picMkLst>
            <pc:docMk/>
            <pc:sldMk cId="608464585" sldId="1387"/>
            <ac:picMk id="3" creationId="{9C3BBAE2-F277-DC39-E161-21A4F48ACB4E}"/>
          </ac:picMkLst>
        </pc:picChg>
        <pc:picChg chg="add del">
          <ac:chgData name="Tyrion Bao" userId="86a2b12e41226f78" providerId="LiveId" clId="{BE0B2CE4-1428-496C-ACE6-ADB1F60287EC}" dt="2026-04-02T09:48:00.759" v="123" actId="478"/>
          <ac:picMkLst>
            <pc:docMk/>
            <pc:sldMk cId="608464585" sldId="1387"/>
            <ac:picMk id="4" creationId="{42EB7EDB-0666-EE41-3E0B-543D624FA446}"/>
          </ac:picMkLst>
        </pc:picChg>
        <pc:picChg chg="add mod">
          <ac:chgData name="Tyrion Bao" userId="86a2b12e41226f78" providerId="LiveId" clId="{BE0B2CE4-1428-496C-ACE6-ADB1F60287EC}" dt="2026-04-02T09:48:27.899" v="136" actId="1076"/>
          <ac:picMkLst>
            <pc:docMk/>
            <pc:sldMk cId="608464585" sldId="1387"/>
            <ac:picMk id="6" creationId="{8BD57163-FC18-D2C5-A41E-171B163A1B14}"/>
          </ac:picMkLst>
        </pc:picChg>
      </pc:sldChg>
      <pc:sldChg chg="addSp delSp modSp add mod">
        <pc:chgData name="Tyrion Bao" userId="86a2b12e41226f78" providerId="LiveId" clId="{BE0B2CE4-1428-496C-ACE6-ADB1F60287EC}" dt="2026-04-02T09:50:09.349" v="168" actId="1076"/>
        <pc:sldMkLst>
          <pc:docMk/>
          <pc:sldMk cId="2251301645" sldId="1388"/>
        </pc:sldMkLst>
        <pc:spChg chg="mod">
          <ac:chgData name="Tyrion Bao" userId="86a2b12e41226f78" providerId="LiveId" clId="{BE0B2CE4-1428-496C-ACE6-ADB1F60287EC}" dt="2026-04-02T09:49:20.648" v="155"/>
          <ac:spMkLst>
            <pc:docMk/>
            <pc:sldMk cId="2251301645" sldId="1388"/>
            <ac:spMk id="8" creationId="{B9927487-96BE-382B-B17A-B4008D75A39C}"/>
          </ac:spMkLst>
        </pc:spChg>
        <pc:spChg chg="mod">
          <ac:chgData name="Tyrion Bao" userId="86a2b12e41226f78" providerId="LiveId" clId="{BE0B2CE4-1428-496C-ACE6-ADB1F60287EC}" dt="2026-04-02T09:49:52.468" v="163" actId="207"/>
          <ac:spMkLst>
            <pc:docMk/>
            <pc:sldMk cId="2251301645" sldId="1388"/>
            <ac:spMk id="12" creationId="{8394A0BF-94EF-4885-F5B1-2049BC00AF57}"/>
          </ac:spMkLst>
        </pc:spChg>
        <pc:picChg chg="add mod">
          <ac:chgData name="Tyrion Bao" userId="86a2b12e41226f78" providerId="LiveId" clId="{BE0B2CE4-1428-496C-ACE6-ADB1F60287EC}" dt="2026-04-02T09:50:09.349" v="168" actId="1076"/>
          <ac:picMkLst>
            <pc:docMk/>
            <pc:sldMk cId="2251301645" sldId="1388"/>
            <ac:picMk id="3" creationId="{88F02005-4A8F-9696-B0D3-D3115CBF230C}"/>
          </ac:picMkLst>
        </pc:picChg>
        <pc:picChg chg="del">
          <ac:chgData name="Tyrion Bao" userId="86a2b12e41226f78" providerId="LiveId" clId="{BE0B2CE4-1428-496C-ACE6-ADB1F60287EC}" dt="2026-04-02T09:49:35.059" v="159" actId="478"/>
          <ac:picMkLst>
            <pc:docMk/>
            <pc:sldMk cId="2251301645" sldId="1388"/>
            <ac:picMk id="4" creationId="{6045EB0D-2C23-C015-5873-8B401C6C9CB4}"/>
          </ac:picMkLst>
        </pc:picChg>
      </pc:sldChg>
      <pc:sldChg chg="del">
        <pc:chgData name="Tyrion Bao" userId="86a2b12e41226f78" providerId="LiveId" clId="{BE0B2CE4-1428-496C-ACE6-ADB1F60287EC}" dt="2026-04-02T09:43:19.297" v="27" actId="47"/>
        <pc:sldMkLst>
          <pc:docMk/>
          <pc:sldMk cId="0" sldId="1389"/>
        </pc:sldMkLst>
      </pc:sldChg>
      <pc:sldChg chg="addSp delSp modSp add mod">
        <pc:chgData name="Tyrion Bao" userId="86a2b12e41226f78" providerId="LiveId" clId="{BE0B2CE4-1428-496C-ACE6-ADB1F60287EC}" dt="2026-04-02T09:50:21.050" v="175" actId="1076"/>
        <pc:sldMkLst>
          <pc:docMk/>
          <pc:sldMk cId="1736177197" sldId="1389"/>
        </pc:sldMkLst>
        <pc:spChg chg="mod">
          <ac:chgData name="Tyrion Bao" userId="86a2b12e41226f78" providerId="LiveId" clId="{BE0B2CE4-1428-496C-ACE6-ADB1F60287EC}" dt="2026-04-02T09:49:22.469" v="156"/>
          <ac:spMkLst>
            <pc:docMk/>
            <pc:sldMk cId="1736177197" sldId="1389"/>
            <ac:spMk id="8" creationId="{9E296EEB-73E4-DADE-D0B8-1A7934B64A32}"/>
          </ac:spMkLst>
        </pc:spChg>
        <pc:spChg chg="mod">
          <ac:chgData name="Tyrion Bao" userId="86a2b12e41226f78" providerId="LiveId" clId="{BE0B2CE4-1428-496C-ACE6-ADB1F60287EC}" dt="2026-04-02T09:49:54.788" v="164" actId="207"/>
          <ac:spMkLst>
            <pc:docMk/>
            <pc:sldMk cId="1736177197" sldId="1389"/>
            <ac:spMk id="12" creationId="{DA52C41F-5ABA-04E0-54C7-44587C16D12D}"/>
          </ac:spMkLst>
        </pc:spChg>
        <pc:picChg chg="del">
          <ac:chgData name="Tyrion Bao" userId="86a2b12e41226f78" providerId="LiveId" clId="{BE0B2CE4-1428-496C-ACE6-ADB1F60287EC}" dt="2026-04-02T09:50:15.516" v="169" actId="478"/>
          <ac:picMkLst>
            <pc:docMk/>
            <pc:sldMk cId="1736177197" sldId="1389"/>
            <ac:picMk id="3" creationId="{5D4C4E1F-F92C-7BCB-B3E2-0C2B33B4668B}"/>
          </ac:picMkLst>
        </pc:picChg>
        <pc:picChg chg="del">
          <ac:chgData name="Tyrion Bao" userId="86a2b12e41226f78" providerId="LiveId" clId="{BE0B2CE4-1428-496C-ACE6-ADB1F60287EC}" dt="2026-04-02T09:50:16.729" v="170" actId="478"/>
          <ac:picMkLst>
            <pc:docMk/>
            <pc:sldMk cId="1736177197" sldId="1389"/>
            <ac:picMk id="4" creationId="{0956359B-B0EE-3D31-FA82-6BAE14F98ED6}"/>
          </ac:picMkLst>
        </pc:picChg>
        <pc:picChg chg="add mod">
          <ac:chgData name="Tyrion Bao" userId="86a2b12e41226f78" providerId="LiveId" clId="{BE0B2CE4-1428-496C-ACE6-ADB1F60287EC}" dt="2026-04-02T09:50:21.050" v="175" actId="1076"/>
          <ac:picMkLst>
            <pc:docMk/>
            <pc:sldMk cId="1736177197" sldId="1389"/>
            <ac:picMk id="5" creationId="{A41B805E-1C00-596F-13B0-A731010C53FF}"/>
          </ac:picMkLst>
        </pc:picChg>
        <pc:picChg chg="del">
          <ac:chgData name="Tyrion Bao" userId="86a2b12e41226f78" providerId="LiveId" clId="{BE0B2CE4-1428-496C-ACE6-ADB1F60287EC}" dt="2026-04-02T09:50:15.516" v="169" actId="478"/>
          <ac:picMkLst>
            <pc:docMk/>
            <pc:sldMk cId="1736177197" sldId="1389"/>
            <ac:picMk id="6" creationId="{2BC216BF-AA2A-F523-AA25-A61B63E045DA}"/>
          </ac:picMkLst>
        </pc:picChg>
      </pc:sldChg>
      <pc:sldChg chg="del">
        <pc:chgData name="Tyrion Bao" userId="86a2b12e41226f78" providerId="LiveId" clId="{BE0B2CE4-1428-496C-ACE6-ADB1F60287EC}" dt="2026-04-02T09:43:19.297" v="27" actId="47"/>
        <pc:sldMkLst>
          <pc:docMk/>
          <pc:sldMk cId="0" sldId="1390"/>
        </pc:sldMkLst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  <a:t>2026/6/26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0" name="Shape 800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801" name="Shape 801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18000"/>
      </a:lnSpc>
      <a:defRPr sz="2200">
        <a:latin typeface="Helvetica Neue"/>
        <a:ea typeface="Helvetica Neue"/>
        <a:cs typeface="Helvetica Neue"/>
        <a:sym typeface="Helvetica Neue"/>
      </a:defRPr>
    </a:lvl1pPr>
    <a:lvl2pPr indent="228600" defTabSz="457200" latinLnBrk="0">
      <a:lnSpc>
        <a:spcPct val="118000"/>
      </a:lnSpc>
      <a:defRPr sz="2200">
        <a:latin typeface="Helvetica Neue"/>
        <a:ea typeface="Helvetica Neue"/>
        <a:cs typeface="Helvetica Neue"/>
        <a:sym typeface="Helvetica Neue"/>
      </a:defRPr>
    </a:lvl2pPr>
    <a:lvl3pPr indent="457200" defTabSz="457200" latinLnBrk="0">
      <a:lnSpc>
        <a:spcPct val="118000"/>
      </a:lnSpc>
      <a:defRPr sz="2200">
        <a:latin typeface="Helvetica Neue"/>
        <a:ea typeface="Helvetica Neue"/>
        <a:cs typeface="Helvetica Neue"/>
        <a:sym typeface="Helvetica Neue"/>
      </a:defRPr>
    </a:lvl3pPr>
    <a:lvl4pPr indent="685800" defTabSz="457200" latinLnBrk="0">
      <a:lnSpc>
        <a:spcPct val="118000"/>
      </a:lnSpc>
      <a:defRPr sz="2200">
        <a:latin typeface="Helvetica Neue"/>
        <a:ea typeface="Helvetica Neue"/>
        <a:cs typeface="Helvetica Neue"/>
        <a:sym typeface="Helvetica Neue"/>
      </a:defRPr>
    </a:lvl4pPr>
    <a:lvl5pPr indent="914400" defTabSz="457200" latinLnBrk="0">
      <a:lnSpc>
        <a:spcPct val="118000"/>
      </a:lnSpc>
      <a:defRPr sz="2200">
        <a:latin typeface="Helvetica Neue"/>
        <a:ea typeface="Helvetica Neue"/>
        <a:cs typeface="Helvetica Neue"/>
        <a:sym typeface="Helvetica Neue"/>
      </a:defRPr>
    </a:lvl5pPr>
    <a:lvl6pPr indent="1143000" defTabSz="457200" latinLnBrk="0">
      <a:lnSpc>
        <a:spcPct val="118000"/>
      </a:lnSpc>
      <a:defRPr sz="2200">
        <a:latin typeface="Helvetica Neue"/>
        <a:ea typeface="Helvetica Neue"/>
        <a:cs typeface="Helvetica Neue"/>
        <a:sym typeface="Helvetica Neue"/>
      </a:defRPr>
    </a:lvl6pPr>
    <a:lvl7pPr indent="1371600" defTabSz="457200" latinLnBrk="0">
      <a:lnSpc>
        <a:spcPct val="118000"/>
      </a:lnSpc>
      <a:defRPr sz="2200">
        <a:latin typeface="Helvetica Neue"/>
        <a:ea typeface="Helvetica Neue"/>
        <a:cs typeface="Helvetica Neue"/>
        <a:sym typeface="Helvetica Neue"/>
      </a:defRPr>
    </a:lvl7pPr>
    <a:lvl8pPr indent="1600200" defTabSz="457200" latinLnBrk="0">
      <a:lnSpc>
        <a:spcPct val="118000"/>
      </a:lnSpc>
      <a:defRPr sz="2200">
        <a:latin typeface="Helvetica Neue"/>
        <a:ea typeface="Helvetica Neue"/>
        <a:cs typeface="Helvetica Neue"/>
        <a:sym typeface="Helvetica Neue"/>
      </a:defRPr>
    </a:lvl8pPr>
    <a:lvl9pPr indent="1828800" defTabSz="457200" latinLnBrk="0">
      <a:lnSpc>
        <a:spcPct val="118000"/>
      </a:lnSpc>
      <a:defRPr sz="2200">
        <a:latin typeface="Helvetica Neue"/>
        <a:ea typeface="Helvetica Neue"/>
        <a:cs typeface="Helvetica Neue"/>
        <a:sym typeface="Helvetica Neue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Cover 1_Frame_Neg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tangle"/>
          <p:cNvSpPr/>
          <p:nvPr/>
        </p:nvSpPr>
        <p:spPr>
          <a:xfrm>
            <a:off x="772203" y="771110"/>
            <a:ext cx="22855468" cy="12192001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>
              <a:defRPr sz="4600">
                <a:solidFill>
                  <a:srgbClr val="333333"/>
                </a:solidFill>
              </a:defRPr>
            </a:pPr>
            <a:endParaRPr/>
          </a:p>
        </p:txBody>
      </p:sp>
      <p:sp>
        <p:nvSpPr>
          <p:cNvPr id="50" name="Small title"/>
          <p:cNvSpPr txBox="1">
            <a:spLocks noGrp="1"/>
          </p:cNvSpPr>
          <p:nvPr>
            <p:ph type="body" sz="quarter" idx="13" hasCustomPrompt="1"/>
          </p:nvPr>
        </p:nvSpPr>
        <p:spPr>
          <a:xfrm>
            <a:off x="719931" y="6884535"/>
            <a:ext cx="22944138" cy="475781"/>
          </a:xfrm>
          <a:prstGeom prst="rect">
            <a:avLst/>
          </a:prstGeom>
        </p:spPr>
        <p:txBody>
          <a:bodyPr/>
          <a:lstStyle>
            <a:lvl1pPr defTabSz="1172210">
              <a:defRPr>
                <a:solidFill>
                  <a:srgbClr val="FFFFFF"/>
                </a:solidFill>
              </a:defRPr>
            </a:lvl1pPr>
          </a:lstStyle>
          <a:p>
            <a:r>
              <a:t>Small title</a:t>
            </a:r>
          </a:p>
        </p:txBody>
      </p:sp>
      <p:sp>
        <p:nvSpPr>
          <p:cNvPr id="51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>
              <a:defRPr>
                <a:solidFill>
                  <a:srgbClr val="777777"/>
                </a:solidFill>
              </a:defRPr>
            </a:pPr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52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53" name="Title Text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t>Title Text</a:t>
            </a:r>
          </a:p>
        </p:txBody>
      </p:sp>
      <p:pic>
        <p:nvPicPr>
          <p:cNvPr id="54" name="Image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55" name="Rectangle"/>
          <p:cNvSpPr/>
          <p:nvPr/>
        </p:nvSpPr>
        <p:spPr>
          <a:xfrm rot="16200000">
            <a:off x="12128500" y="7301279"/>
            <a:ext cx="127000" cy="76200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333333"/>
                </a:solidFill>
              </a:defRPr>
            </a:pPr>
            <a:endParaRPr/>
          </a:p>
        </p:txBody>
      </p:sp>
      <p:pic>
        <p:nvPicPr>
          <p:cNvPr id="56" name="image1.pdf" descr="image1.pd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5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Cover 2_Posi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itle Text"/>
          <p:cNvSpPr txBox="1">
            <a:spLocks noGrp="1"/>
          </p:cNvSpPr>
          <p:nvPr>
            <p:ph type="title" hasCustomPrompt="1"/>
          </p:nvPr>
        </p:nvSpPr>
        <p:spPr>
          <a:xfrm>
            <a:off x="719931" y="6238017"/>
            <a:ext cx="22944138" cy="768888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pic>
        <p:nvPicPr>
          <p:cNvPr id="65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66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67" name="Rectangle"/>
          <p:cNvSpPr/>
          <p:nvPr/>
        </p:nvSpPr>
        <p:spPr>
          <a:xfrm rot="16200000">
            <a:off x="12128500" y="7033482"/>
            <a:ext cx="127000" cy="762001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333333"/>
                </a:solidFill>
              </a:defRPr>
            </a:pPr>
            <a:endParaRPr/>
          </a:p>
        </p:txBody>
      </p:sp>
      <p:pic>
        <p:nvPicPr>
          <p:cNvPr id="68" name="Image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69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7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Cover 2__Frame_Posi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Rectangle"/>
          <p:cNvSpPr>
            <a:spLocks noGrp="1"/>
          </p:cNvSpPr>
          <p:nvPr>
            <p:ph type="body" idx="13"/>
          </p:nvPr>
        </p:nvSpPr>
        <p:spPr>
          <a:xfrm>
            <a:off x="772203" y="771110"/>
            <a:ext cx="22855468" cy="12192001"/>
          </a:xfrm>
          <a:prstGeom prst="rect">
            <a:avLst/>
          </a:prstGeom>
          <a:solidFill>
            <a:srgbClr val="F3F3F3"/>
          </a:solidFill>
        </p:spPr>
        <p:txBody>
          <a:bodyPr lIns="50800" tIns="50800" rIns="50800" bIns="50800"/>
          <a:lstStyle/>
          <a:p>
            <a:pPr defTabSz="1172210">
              <a:defRPr sz="4600" cap="none">
                <a:solidFill>
                  <a:srgbClr val="333333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/>
          </a:p>
        </p:txBody>
      </p:sp>
      <p:sp>
        <p:nvSpPr>
          <p:cNvPr id="91" name="Title Text"/>
          <p:cNvSpPr txBox="1">
            <a:spLocks noGrp="1"/>
          </p:cNvSpPr>
          <p:nvPr>
            <p:ph type="title" hasCustomPrompt="1"/>
          </p:nvPr>
        </p:nvSpPr>
        <p:spPr>
          <a:xfrm>
            <a:off x="719931" y="6238017"/>
            <a:ext cx="22944138" cy="768888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pic>
        <p:nvPicPr>
          <p:cNvPr id="92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93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94" name="Rectangle"/>
          <p:cNvSpPr/>
          <p:nvPr/>
        </p:nvSpPr>
        <p:spPr>
          <a:xfrm rot="16200000">
            <a:off x="12128500" y="7033482"/>
            <a:ext cx="127000" cy="762001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333333"/>
                </a:solidFill>
              </a:defRPr>
            </a:pPr>
            <a:endParaRPr/>
          </a:p>
        </p:txBody>
      </p:sp>
      <p:pic>
        <p:nvPicPr>
          <p:cNvPr id="95" name="Image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96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9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Cover 2__Frame_Neg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Rectangle"/>
          <p:cNvSpPr>
            <a:spLocks noGrp="1"/>
          </p:cNvSpPr>
          <p:nvPr>
            <p:ph type="body" idx="13"/>
          </p:nvPr>
        </p:nvSpPr>
        <p:spPr>
          <a:xfrm>
            <a:off x="772203" y="771110"/>
            <a:ext cx="22855468" cy="12192001"/>
          </a:xfrm>
          <a:prstGeom prst="rect">
            <a:avLst/>
          </a:prstGeom>
          <a:solidFill>
            <a:srgbClr val="000000"/>
          </a:solidFill>
        </p:spPr>
        <p:txBody>
          <a:bodyPr lIns="50800" tIns="50800" rIns="50800" bIns="50800"/>
          <a:lstStyle/>
          <a:p>
            <a:pPr defTabSz="1172210">
              <a:defRPr sz="4600" cap="none">
                <a:solidFill>
                  <a:srgbClr val="333333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/>
          </a:p>
        </p:txBody>
      </p:sp>
      <p:sp>
        <p:nvSpPr>
          <p:cNvPr id="105" name="Title Text"/>
          <p:cNvSpPr txBox="1">
            <a:spLocks noGrp="1"/>
          </p:cNvSpPr>
          <p:nvPr>
            <p:ph type="title" hasCustomPrompt="1"/>
          </p:nvPr>
        </p:nvSpPr>
        <p:spPr>
          <a:xfrm>
            <a:off x="719931" y="6238017"/>
            <a:ext cx="22944138" cy="768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t>Title Text</a:t>
            </a:r>
          </a:p>
        </p:txBody>
      </p:sp>
      <p:pic>
        <p:nvPicPr>
          <p:cNvPr id="106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107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108" name="Rectangle"/>
          <p:cNvSpPr/>
          <p:nvPr/>
        </p:nvSpPr>
        <p:spPr>
          <a:xfrm rot="16200000">
            <a:off x="12128500" y="7033482"/>
            <a:ext cx="127000" cy="76200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333333"/>
                </a:solidFill>
              </a:defRPr>
            </a:pPr>
            <a:endParaRPr/>
          </a:p>
        </p:txBody>
      </p:sp>
      <p:pic>
        <p:nvPicPr>
          <p:cNvPr id="109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110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11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Divider_Posi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Title Text"/>
          <p:cNvSpPr txBox="1">
            <a:spLocks noGrp="1"/>
          </p:cNvSpPr>
          <p:nvPr>
            <p:ph type="title" hasCustomPrompt="1"/>
          </p:nvPr>
        </p:nvSpPr>
        <p:spPr>
          <a:xfrm>
            <a:off x="719931" y="6405421"/>
            <a:ext cx="22944138" cy="766501"/>
          </a:xfrm>
          <a:prstGeom prst="rect">
            <a:avLst/>
          </a:prstGeom>
        </p:spPr>
        <p:txBody>
          <a:bodyPr/>
          <a:lstStyle>
            <a:lvl1pPr>
              <a:defRPr sz="5000"/>
            </a:lvl1pPr>
          </a:lstStyle>
          <a:p>
            <a:r>
              <a:t>Title Text</a:t>
            </a:r>
          </a:p>
        </p:txBody>
      </p:sp>
      <p:pic>
        <p:nvPicPr>
          <p:cNvPr id="119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120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121" name="Rectangle"/>
          <p:cNvSpPr/>
          <p:nvPr/>
        </p:nvSpPr>
        <p:spPr>
          <a:xfrm rot="16200000">
            <a:off x="12128500" y="6866078"/>
            <a:ext cx="127000" cy="762001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333333"/>
                </a:solidFill>
              </a:defRPr>
            </a:pPr>
            <a:endParaRPr/>
          </a:p>
        </p:txBody>
      </p:sp>
      <p:pic>
        <p:nvPicPr>
          <p:cNvPr id="122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123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12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Divider_Frame_Posi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Rectangle"/>
          <p:cNvSpPr>
            <a:spLocks noGrp="1"/>
          </p:cNvSpPr>
          <p:nvPr>
            <p:ph type="body" idx="13"/>
          </p:nvPr>
        </p:nvSpPr>
        <p:spPr>
          <a:xfrm>
            <a:off x="772203" y="771110"/>
            <a:ext cx="22855468" cy="12192001"/>
          </a:xfrm>
          <a:prstGeom prst="rect">
            <a:avLst/>
          </a:prstGeom>
          <a:solidFill>
            <a:srgbClr val="F3F3F3"/>
          </a:solidFill>
        </p:spPr>
        <p:txBody>
          <a:bodyPr lIns="50800" tIns="50800" rIns="50800" bIns="50800"/>
          <a:lstStyle/>
          <a:p>
            <a:pPr defTabSz="1172210">
              <a:defRPr sz="4600" cap="none">
                <a:solidFill>
                  <a:srgbClr val="333333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/>
          </a:p>
        </p:txBody>
      </p:sp>
      <p:sp>
        <p:nvSpPr>
          <p:cNvPr id="144" name="Title Text"/>
          <p:cNvSpPr txBox="1">
            <a:spLocks noGrp="1"/>
          </p:cNvSpPr>
          <p:nvPr>
            <p:ph type="title" hasCustomPrompt="1"/>
          </p:nvPr>
        </p:nvSpPr>
        <p:spPr>
          <a:xfrm>
            <a:off x="719931" y="6405421"/>
            <a:ext cx="22944138" cy="766501"/>
          </a:xfrm>
          <a:prstGeom prst="rect">
            <a:avLst/>
          </a:prstGeom>
        </p:spPr>
        <p:txBody>
          <a:bodyPr/>
          <a:lstStyle>
            <a:lvl1pPr>
              <a:defRPr sz="5000"/>
            </a:lvl1pPr>
          </a:lstStyle>
          <a:p>
            <a:r>
              <a:rPr dirty="0"/>
              <a:t>Title Text</a:t>
            </a:r>
          </a:p>
        </p:txBody>
      </p:sp>
      <p:pic>
        <p:nvPicPr>
          <p:cNvPr id="145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146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147" name="Rectangle"/>
          <p:cNvSpPr/>
          <p:nvPr/>
        </p:nvSpPr>
        <p:spPr>
          <a:xfrm rot="16200000">
            <a:off x="12128500" y="6866078"/>
            <a:ext cx="127000" cy="762001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333333"/>
                </a:solidFill>
              </a:defRPr>
            </a:pPr>
            <a:endParaRPr/>
          </a:p>
        </p:txBody>
      </p:sp>
      <p:pic>
        <p:nvPicPr>
          <p:cNvPr id="148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149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15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Divider_Frame_Neg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Rectangle"/>
          <p:cNvSpPr>
            <a:spLocks noGrp="1"/>
          </p:cNvSpPr>
          <p:nvPr>
            <p:ph type="body" idx="13"/>
          </p:nvPr>
        </p:nvSpPr>
        <p:spPr>
          <a:xfrm>
            <a:off x="772203" y="771110"/>
            <a:ext cx="22855468" cy="12192001"/>
          </a:xfrm>
          <a:prstGeom prst="rect">
            <a:avLst/>
          </a:prstGeom>
          <a:solidFill>
            <a:srgbClr val="000000"/>
          </a:solidFill>
        </p:spPr>
        <p:txBody>
          <a:bodyPr lIns="50800" tIns="50800" rIns="50800" bIns="50800"/>
          <a:lstStyle/>
          <a:p>
            <a:pPr defTabSz="1172210">
              <a:defRPr sz="4600" cap="none">
                <a:solidFill>
                  <a:srgbClr val="333333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/>
          </a:p>
        </p:txBody>
      </p:sp>
      <p:sp>
        <p:nvSpPr>
          <p:cNvPr id="158" name="Title Text"/>
          <p:cNvSpPr txBox="1">
            <a:spLocks noGrp="1"/>
          </p:cNvSpPr>
          <p:nvPr>
            <p:ph type="title" hasCustomPrompt="1"/>
          </p:nvPr>
        </p:nvSpPr>
        <p:spPr>
          <a:xfrm>
            <a:off x="719931" y="6405421"/>
            <a:ext cx="22944138" cy="766501"/>
          </a:xfrm>
          <a:prstGeom prst="rect">
            <a:avLst/>
          </a:prstGeom>
        </p:spPr>
        <p:txBody>
          <a:bodyPr/>
          <a:lstStyle>
            <a:lvl1pPr>
              <a:defRPr sz="5000">
                <a:solidFill>
                  <a:srgbClr val="FFFFFF"/>
                </a:solidFill>
              </a:defRPr>
            </a:lvl1pPr>
          </a:lstStyle>
          <a:p>
            <a:r>
              <a:t>Title Text</a:t>
            </a:r>
          </a:p>
        </p:txBody>
      </p:sp>
      <p:pic>
        <p:nvPicPr>
          <p:cNvPr id="159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160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161" name="Rectangle"/>
          <p:cNvSpPr/>
          <p:nvPr/>
        </p:nvSpPr>
        <p:spPr>
          <a:xfrm rot="16200000">
            <a:off x="12128500" y="6866078"/>
            <a:ext cx="127000" cy="76200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333333"/>
                </a:solidFill>
              </a:defRPr>
            </a:pPr>
            <a:endParaRPr/>
          </a:p>
        </p:txBody>
      </p:sp>
      <p:pic>
        <p:nvPicPr>
          <p:cNvPr id="162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163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16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SubDivider_Negativ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Title Text"/>
          <p:cNvSpPr txBox="1">
            <a:spLocks noGrp="1"/>
          </p:cNvSpPr>
          <p:nvPr>
            <p:ph type="title" hasCustomPrompt="1"/>
          </p:nvPr>
        </p:nvSpPr>
        <p:spPr>
          <a:xfrm>
            <a:off x="719931" y="3080441"/>
            <a:ext cx="22944138" cy="475781"/>
          </a:xfrm>
          <a:prstGeom prst="rect">
            <a:avLst/>
          </a:prstGeom>
        </p:spPr>
        <p:txBody>
          <a:bodyPr/>
          <a:lstStyle>
            <a:lvl1pPr>
              <a:defRPr sz="3000">
                <a:solidFill>
                  <a:srgbClr val="FFFFFF"/>
                </a:solidFill>
              </a:defRPr>
            </a:lvl1pPr>
          </a:lstStyle>
          <a:p>
            <a:r>
              <a:t>Title Text</a:t>
            </a:r>
          </a:p>
        </p:txBody>
      </p:sp>
      <p:pic>
        <p:nvPicPr>
          <p:cNvPr id="186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187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188" name="Rectangle"/>
          <p:cNvSpPr/>
          <p:nvPr/>
        </p:nvSpPr>
        <p:spPr>
          <a:xfrm rot="16200000">
            <a:off x="12128500" y="3290806"/>
            <a:ext cx="127000" cy="76200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9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190" name="Sub chapter"/>
          <p:cNvSpPr txBox="1">
            <a:spLocks noGrp="1"/>
          </p:cNvSpPr>
          <p:nvPr>
            <p:ph type="body" sz="quarter" idx="13" hasCustomPrompt="1"/>
          </p:nvPr>
        </p:nvSpPr>
        <p:spPr>
          <a:xfrm>
            <a:off x="719931" y="6355407"/>
            <a:ext cx="22944138" cy="1005186"/>
          </a:xfrm>
          <a:prstGeom prst="rect">
            <a:avLst/>
          </a:prstGeom>
        </p:spPr>
        <p:txBody>
          <a:bodyPr/>
          <a:lstStyle>
            <a:lvl1pPr defTabSz="1172210">
              <a:defRPr sz="7000" cap="none">
                <a:solidFill>
                  <a:srgbClr val="FFFFFF"/>
                </a:solidFill>
              </a:defRPr>
            </a:lvl1pPr>
          </a:lstStyle>
          <a:p>
            <a:r>
              <a:t>Sub chapter</a:t>
            </a:r>
          </a:p>
        </p:txBody>
      </p:sp>
      <p:pic>
        <p:nvPicPr>
          <p:cNvPr id="191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19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SubDivider_Frame_Neg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Rectangle"/>
          <p:cNvSpPr>
            <a:spLocks noGrp="1"/>
          </p:cNvSpPr>
          <p:nvPr>
            <p:ph type="body" idx="13"/>
          </p:nvPr>
        </p:nvSpPr>
        <p:spPr>
          <a:xfrm>
            <a:off x="772203" y="771110"/>
            <a:ext cx="22855468" cy="12192001"/>
          </a:xfrm>
          <a:prstGeom prst="rect">
            <a:avLst/>
          </a:prstGeom>
          <a:solidFill>
            <a:srgbClr val="F3F3F3"/>
          </a:solidFill>
        </p:spPr>
        <p:txBody>
          <a:bodyPr lIns="50800" tIns="50800" rIns="50800" bIns="50800"/>
          <a:lstStyle/>
          <a:p>
            <a:pPr defTabSz="1172210">
              <a:defRPr sz="4600" cap="none">
                <a:solidFill>
                  <a:srgbClr val="333333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/>
          </a:p>
        </p:txBody>
      </p:sp>
      <p:sp>
        <p:nvSpPr>
          <p:cNvPr id="200" name="Title Text"/>
          <p:cNvSpPr txBox="1">
            <a:spLocks noGrp="1"/>
          </p:cNvSpPr>
          <p:nvPr>
            <p:ph type="title" hasCustomPrompt="1"/>
          </p:nvPr>
        </p:nvSpPr>
        <p:spPr>
          <a:xfrm>
            <a:off x="719931" y="3080441"/>
            <a:ext cx="22944138" cy="475781"/>
          </a:xfrm>
          <a:prstGeom prst="rect">
            <a:avLst/>
          </a:prstGeom>
        </p:spPr>
        <p:txBody>
          <a:bodyPr/>
          <a:lstStyle>
            <a:lvl1pPr>
              <a:defRPr sz="3000"/>
            </a:lvl1pPr>
          </a:lstStyle>
          <a:p>
            <a:r>
              <a:t>Title Text</a:t>
            </a:r>
          </a:p>
        </p:txBody>
      </p:sp>
      <p:pic>
        <p:nvPicPr>
          <p:cNvPr id="201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202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pic>
        <p:nvPicPr>
          <p:cNvPr id="203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204" name="Rectangle"/>
          <p:cNvSpPr/>
          <p:nvPr/>
        </p:nvSpPr>
        <p:spPr>
          <a:xfrm rot="16200000">
            <a:off x="12128500" y="3290806"/>
            <a:ext cx="127000" cy="762001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205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206" name="Sub chapter"/>
          <p:cNvSpPr txBox="1">
            <a:spLocks noGrp="1"/>
          </p:cNvSpPr>
          <p:nvPr>
            <p:ph type="body" sz="quarter" idx="14" hasCustomPrompt="1"/>
          </p:nvPr>
        </p:nvSpPr>
        <p:spPr>
          <a:xfrm>
            <a:off x="719931" y="6355407"/>
            <a:ext cx="22944138" cy="1005186"/>
          </a:xfrm>
          <a:prstGeom prst="rect">
            <a:avLst/>
          </a:prstGeom>
        </p:spPr>
        <p:txBody>
          <a:bodyPr/>
          <a:lstStyle>
            <a:lvl1pPr defTabSz="1172210">
              <a:defRPr sz="7000" cap="none"/>
            </a:lvl1pPr>
          </a:lstStyle>
          <a:p>
            <a:r>
              <a:rPr dirty="0"/>
              <a:t>Sub chapter</a:t>
            </a:r>
          </a:p>
        </p:txBody>
      </p:sp>
      <p:sp>
        <p:nvSpPr>
          <p:cNvPr id="20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SubDivider_Frame_Posi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Rectangle"/>
          <p:cNvSpPr>
            <a:spLocks noGrp="1"/>
          </p:cNvSpPr>
          <p:nvPr>
            <p:ph type="body" idx="13"/>
          </p:nvPr>
        </p:nvSpPr>
        <p:spPr>
          <a:xfrm>
            <a:off x="772203" y="771110"/>
            <a:ext cx="22855468" cy="12192001"/>
          </a:xfrm>
          <a:prstGeom prst="rect">
            <a:avLst/>
          </a:prstGeom>
          <a:solidFill>
            <a:srgbClr val="000000"/>
          </a:solidFill>
        </p:spPr>
        <p:txBody>
          <a:bodyPr lIns="50800" tIns="50800" rIns="50800" bIns="50800"/>
          <a:lstStyle/>
          <a:p>
            <a:pPr defTabSz="1172210">
              <a:defRPr sz="4600" cap="none">
                <a:solidFill>
                  <a:srgbClr val="333333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/>
          </a:p>
        </p:txBody>
      </p:sp>
      <p:sp>
        <p:nvSpPr>
          <p:cNvPr id="215" name="Title Text"/>
          <p:cNvSpPr txBox="1">
            <a:spLocks noGrp="1"/>
          </p:cNvSpPr>
          <p:nvPr>
            <p:ph type="title" hasCustomPrompt="1"/>
          </p:nvPr>
        </p:nvSpPr>
        <p:spPr>
          <a:xfrm>
            <a:off x="719931" y="3080441"/>
            <a:ext cx="22944138" cy="475781"/>
          </a:xfrm>
          <a:prstGeom prst="rect">
            <a:avLst/>
          </a:prstGeom>
        </p:spPr>
        <p:txBody>
          <a:bodyPr/>
          <a:lstStyle>
            <a:lvl1pPr>
              <a:defRPr sz="3000">
                <a:solidFill>
                  <a:srgbClr val="FFFFFF"/>
                </a:solidFill>
              </a:defRPr>
            </a:lvl1pPr>
          </a:lstStyle>
          <a:p>
            <a:r>
              <a:t>Title Text</a:t>
            </a:r>
          </a:p>
        </p:txBody>
      </p:sp>
      <p:pic>
        <p:nvPicPr>
          <p:cNvPr id="216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217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pic>
        <p:nvPicPr>
          <p:cNvPr id="218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219" name="Rectangle"/>
          <p:cNvSpPr/>
          <p:nvPr/>
        </p:nvSpPr>
        <p:spPr>
          <a:xfrm rot="16200000">
            <a:off x="12128500" y="3290806"/>
            <a:ext cx="127000" cy="76200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220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221" name="Sub chapter"/>
          <p:cNvSpPr txBox="1">
            <a:spLocks noGrp="1"/>
          </p:cNvSpPr>
          <p:nvPr>
            <p:ph type="body" sz="quarter" idx="14" hasCustomPrompt="1"/>
          </p:nvPr>
        </p:nvSpPr>
        <p:spPr>
          <a:xfrm>
            <a:off x="719931" y="6355407"/>
            <a:ext cx="22944138" cy="1005186"/>
          </a:xfrm>
          <a:prstGeom prst="rect">
            <a:avLst/>
          </a:prstGeom>
        </p:spPr>
        <p:txBody>
          <a:bodyPr/>
          <a:lstStyle>
            <a:lvl1pPr defTabSz="1172210">
              <a:defRPr sz="7000" cap="none">
                <a:solidFill>
                  <a:srgbClr val="FFFFFF"/>
                </a:solidFill>
              </a:defRPr>
            </a:lvl1pPr>
          </a:lstStyle>
          <a:p>
            <a:r>
              <a:t>Sub chapter</a:t>
            </a:r>
          </a:p>
        </p:txBody>
      </p:sp>
      <p:sp>
        <p:nvSpPr>
          <p:cNvPr id="22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Base Slide_Negativ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Title Text"/>
          <p:cNvSpPr txBox="1">
            <a:spLocks noGrp="1"/>
          </p:cNvSpPr>
          <p:nvPr>
            <p:ph type="body" sz="quarter" idx="13" hasCustomPrompt="1"/>
          </p:nvPr>
        </p:nvSpPr>
        <p:spPr>
          <a:xfrm>
            <a:off x="945770" y="930347"/>
            <a:ext cx="22492461" cy="577381"/>
          </a:xfrm>
          <a:prstGeom prst="rect">
            <a:avLst/>
          </a:prstGeom>
        </p:spPr>
        <p:txBody>
          <a:bodyPr>
            <a:normAutofit/>
          </a:bodyPr>
          <a:lstStyle>
            <a:lvl1pPr algn="l">
              <a:defRPr>
                <a:solidFill>
                  <a:srgbClr val="FFFFFF"/>
                </a:solidFill>
              </a:defRPr>
            </a:lvl1pPr>
          </a:lstStyle>
          <a:p>
            <a:r>
              <a:t>Title Text</a:t>
            </a:r>
          </a:p>
        </p:txBody>
      </p:sp>
      <p:sp>
        <p:nvSpPr>
          <p:cNvPr id="24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63115" y="224144"/>
            <a:ext cx="316036" cy="320041"/>
          </a:xfrm>
          <a:prstGeom prst="rect">
            <a:avLst/>
          </a:prstGeom>
        </p:spPr>
        <p:txBody>
          <a:bodyPr wrap="none"/>
          <a:lstStyle>
            <a:lvl1pPr>
              <a:defRPr sz="1500"/>
            </a:lvl1pPr>
          </a:lstStyle>
          <a:p>
            <a:fld id="{86CB4B4D-7CA3-9044-876B-883B54F8677D}" type="slidenum">
              <a:rPr/>
              <a:t>‹#›</a:t>
            </a:fld>
            <a:endParaRPr/>
          </a:p>
        </p:txBody>
      </p:sp>
      <p:sp>
        <p:nvSpPr>
          <p:cNvPr id="244" name="SUBTITLE"/>
          <p:cNvSpPr txBox="1">
            <a:spLocks noGrp="1"/>
          </p:cNvSpPr>
          <p:nvPr>
            <p:ph type="body" sz="quarter" idx="14" hasCustomPrompt="1"/>
          </p:nvPr>
        </p:nvSpPr>
        <p:spPr>
          <a:xfrm>
            <a:off x="9281732" y="936698"/>
            <a:ext cx="5820535" cy="539280"/>
          </a:xfrm>
          <a:prstGeom prst="rect">
            <a:avLst/>
          </a:prstGeom>
        </p:spPr>
        <p:txBody>
          <a:bodyPr lIns="117239" tIns="117239" rIns="117239" bIns="117239">
            <a:spAutoFit/>
          </a:bodyPr>
          <a:lstStyle>
            <a:lvl1pPr defTabSz="1172210">
              <a:defRPr sz="2000" cap="none">
                <a:solidFill>
                  <a:srgbClr val="FFFFF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SUBTITLE</a:t>
            </a:r>
          </a:p>
        </p:txBody>
      </p:sp>
      <p:sp>
        <p:nvSpPr>
          <p:cNvPr id="245" name="Rectangle"/>
          <p:cNvSpPr/>
          <p:nvPr/>
        </p:nvSpPr>
        <p:spPr>
          <a:xfrm rot="16200000">
            <a:off x="1157287" y="1315956"/>
            <a:ext cx="38101" cy="38100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000000"/>
                </a:solidFill>
              </a:defRPr>
            </a:pPr>
            <a:endParaRPr/>
          </a:p>
        </p:txBody>
      </p:sp>
      <p:pic>
        <p:nvPicPr>
          <p:cNvPr id="246" name="Image" descr="Image"/>
          <p:cNvPicPr>
            <a:picLocks noChangeAspect="1"/>
          </p:cNvPicPr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20451233" y="13278618"/>
            <a:ext cx="3175001" cy="15245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247" name="image1.pdf" descr="image1.pd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248" name="A Thundersoft® company      Rightware® confidential"/>
          <p:cNvSpPr txBox="1"/>
          <p:nvPr/>
        </p:nvSpPr>
        <p:spPr>
          <a:xfrm>
            <a:off x="9798555" y="13129653"/>
            <a:ext cx="4786890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pic>
        <p:nvPicPr>
          <p:cNvPr id="9" name="Image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</p:spTree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Base Slide_Frame_Posi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Rectangle"/>
          <p:cNvSpPr>
            <a:spLocks noGrp="1"/>
          </p:cNvSpPr>
          <p:nvPr>
            <p:ph type="body" idx="13"/>
          </p:nvPr>
        </p:nvSpPr>
        <p:spPr>
          <a:xfrm>
            <a:off x="772203" y="771110"/>
            <a:ext cx="22855468" cy="12192001"/>
          </a:xfrm>
          <a:prstGeom prst="rect">
            <a:avLst/>
          </a:prstGeom>
          <a:solidFill>
            <a:srgbClr val="F3F3F3"/>
          </a:solidFill>
        </p:spPr>
        <p:txBody>
          <a:bodyPr lIns="50800" tIns="50800" rIns="50800" bIns="50800"/>
          <a:lstStyle/>
          <a:p>
            <a:pPr defTabSz="1172210">
              <a:defRPr sz="4600" cap="none">
                <a:solidFill>
                  <a:srgbClr val="333333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/>
          </a:p>
        </p:txBody>
      </p:sp>
      <p:sp>
        <p:nvSpPr>
          <p:cNvPr id="256" name="Title Text"/>
          <p:cNvSpPr txBox="1">
            <a:spLocks noGrp="1"/>
          </p:cNvSpPr>
          <p:nvPr>
            <p:ph type="body" sz="quarter" idx="14" hasCustomPrompt="1"/>
          </p:nvPr>
        </p:nvSpPr>
        <p:spPr>
          <a:xfrm>
            <a:off x="945770" y="930347"/>
            <a:ext cx="22492461" cy="577381"/>
          </a:xfrm>
          <a:prstGeom prst="rect">
            <a:avLst/>
          </a:prstGeom>
        </p:spPr>
        <p:txBody>
          <a:bodyPr>
            <a:normAutofit/>
          </a:bodyPr>
          <a:lstStyle>
            <a:lvl1pPr algn="l"/>
          </a:lstStyle>
          <a:p>
            <a:r>
              <a:t>Title Text</a:t>
            </a:r>
          </a:p>
        </p:txBody>
      </p:sp>
      <p:pic>
        <p:nvPicPr>
          <p:cNvPr id="257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258" name="SUBTITLE"/>
          <p:cNvSpPr txBox="1">
            <a:spLocks noGrp="1"/>
          </p:cNvSpPr>
          <p:nvPr>
            <p:ph type="body" sz="quarter" idx="15" hasCustomPrompt="1"/>
          </p:nvPr>
        </p:nvSpPr>
        <p:spPr>
          <a:xfrm>
            <a:off x="9281732" y="936698"/>
            <a:ext cx="5820535" cy="539280"/>
          </a:xfrm>
          <a:prstGeom prst="rect">
            <a:avLst/>
          </a:prstGeom>
        </p:spPr>
        <p:txBody>
          <a:bodyPr lIns="117239" tIns="117239" rIns="117239" bIns="117239">
            <a:spAutoFit/>
          </a:bodyPr>
          <a:lstStyle>
            <a:lvl1pPr defTabSz="1172210">
              <a:defRPr sz="2000" cap="none"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SUBTITLE</a:t>
            </a:r>
          </a:p>
        </p:txBody>
      </p:sp>
      <p:sp>
        <p:nvSpPr>
          <p:cNvPr id="259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260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63115" y="224144"/>
            <a:ext cx="316036" cy="320041"/>
          </a:xfrm>
          <a:prstGeom prst="rect">
            <a:avLst/>
          </a:prstGeom>
        </p:spPr>
        <p:txBody>
          <a:bodyPr wrap="none"/>
          <a:lstStyle>
            <a:lvl1pPr>
              <a:defRPr sz="1500"/>
            </a:lvl1pPr>
          </a:lstStyle>
          <a:p>
            <a:fld id="{86CB4B4D-7CA3-9044-876B-883B54F8677D}" type="slidenum">
              <a:rPr/>
              <a:t>‹#›</a:t>
            </a:fld>
            <a:endParaRPr/>
          </a:p>
        </p:txBody>
      </p:sp>
      <p:pic>
        <p:nvPicPr>
          <p:cNvPr id="261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262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263" name="Rectangle"/>
          <p:cNvSpPr/>
          <p:nvPr/>
        </p:nvSpPr>
        <p:spPr>
          <a:xfrm rot="16200000">
            <a:off x="1157287" y="1315956"/>
            <a:ext cx="38101" cy="381001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000000"/>
                </a:solidFill>
              </a:defRPr>
            </a:pPr>
            <a:endParaRPr/>
          </a:p>
        </p:txBody>
      </p:sp>
    </p:spTree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Base Slide_Frame_Neg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Rectangle"/>
          <p:cNvSpPr>
            <a:spLocks noGrp="1"/>
          </p:cNvSpPr>
          <p:nvPr>
            <p:ph type="body" idx="13"/>
          </p:nvPr>
        </p:nvSpPr>
        <p:spPr>
          <a:xfrm>
            <a:off x="772203" y="771110"/>
            <a:ext cx="22855468" cy="12192001"/>
          </a:xfrm>
          <a:prstGeom prst="rect">
            <a:avLst/>
          </a:prstGeom>
          <a:solidFill>
            <a:srgbClr val="000000"/>
          </a:solidFill>
        </p:spPr>
        <p:txBody>
          <a:bodyPr lIns="50800" tIns="50800" rIns="50800" bIns="50800"/>
          <a:lstStyle/>
          <a:p>
            <a:pPr defTabSz="1172210">
              <a:defRPr sz="4600" cap="none">
                <a:solidFill>
                  <a:srgbClr val="333333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/>
          </a:p>
        </p:txBody>
      </p:sp>
      <p:sp>
        <p:nvSpPr>
          <p:cNvPr id="271" name="Title Text"/>
          <p:cNvSpPr txBox="1">
            <a:spLocks noGrp="1"/>
          </p:cNvSpPr>
          <p:nvPr>
            <p:ph type="body" sz="quarter" idx="14" hasCustomPrompt="1"/>
          </p:nvPr>
        </p:nvSpPr>
        <p:spPr>
          <a:xfrm>
            <a:off x="945770" y="930347"/>
            <a:ext cx="22492461" cy="577381"/>
          </a:xfrm>
          <a:prstGeom prst="rect">
            <a:avLst/>
          </a:prstGeom>
        </p:spPr>
        <p:txBody>
          <a:bodyPr>
            <a:normAutofit/>
          </a:bodyPr>
          <a:lstStyle>
            <a:lvl1pPr algn="l">
              <a:defRPr>
                <a:solidFill>
                  <a:srgbClr val="FFFFFF"/>
                </a:solidFill>
              </a:defRPr>
            </a:lvl1pPr>
          </a:lstStyle>
          <a:p>
            <a:r>
              <a:t>Title Text</a:t>
            </a:r>
          </a:p>
        </p:txBody>
      </p:sp>
      <p:pic>
        <p:nvPicPr>
          <p:cNvPr id="272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273" name="SUBTITLE"/>
          <p:cNvSpPr txBox="1">
            <a:spLocks noGrp="1"/>
          </p:cNvSpPr>
          <p:nvPr>
            <p:ph type="body" sz="quarter" idx="15" hasCustomPrompt="1"/>
          </p:nvPr>
        </p:nvSpPr>
        <p:spPr>
          <a:xfrm>
            <a:off x="9281732" y="936698"/>
            <a:ext cx="5820535" cy="539280"/>
          </a:xfrm>
          <a:prstGeom prst="rect">
            <a:avLst/>
          </a:prstGeom>
        </p:spPr>
        <p:txBody>
          <a:bodyPr lIns="117239" tIns="117239" rIns="117239" bIns="117239">
            <a:spAutoFit/>
          </a:bodyPr>
          <a:lstStyle>
            <a:lvl1pPr defTabSz="1172210">
              <a:defRPr sz="2000" cap="none">
                <a:solidFill>
                  <a:srgbClr val="FFFFF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SUBTITLE</a:t>
            </a:r>
          </a:p>
        </p:txBody>
      </p:sp>
      <p:sp>
        <p:nvSpPr>
          <p:cNvPr id="274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27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63115" y="224144"/>
            <a:ext cx="316036" cy="320041"/>
          </a:xfrm>
          <a:prstGeom prst="rect">
            <a:avLst/>
          </a:prstGeom>
        </p:spPr>
        <p:txBody>
          <a:bodyPr wrap="none"/>
          <a:lstStyle>
            <a:lvl1pPr>
              <a:defRPr sz="1500"/>
            </a:lvl1pPr>
          </a:lstStyle>
          <a:p>
            <a:fld id="{86CB4B4D-7CA3-9044-876B-883B54F8677D}" type="slidenum">
              <a:rPr/>
              <a:t>‹#›</a:t>
            </a:fld>
            <a:endParaRPr/>
          </a:p>
        </p:txBody>
      </p:sp>
      <p:pic>
        <p:nvPicPr>
          <p:cNvPr id="276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277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278" name="Rectangle"/>
          <p:cNvSpPr/>
          <p:nvPr/>
        </p:nvSpPr>
        <p:spPr>
          <a:xfrm rot="16200000">
            <a:off x="1157287" y="1315956"/>
            <a:ext cx="38101" cy="38100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000000"/>
                </a:solidFill>
              </a:defRPr>
            </a:pPr>
            <a:endParaRPr/>
          </a:p>
        </p:txBody>
      </p:sp>
    </p:spTree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Statement_Negativ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9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300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30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63115" y="224144"/>
            <a:ext cx="316036" cy="320041"/>
          </a:xfrm>
          <a:prstGeom prst="rect">
            <a:avLst/>
          </a:prstGeom>
        </p:spPr>
        <p:txBody>
          <a:bodyPr wrap="none"/>
          <a:lstStyle>
            <a:lvl1pPr>
              <a:defRPr sz="1500"/>
            </a:lvl1pPr>
          </a:lstStyle>
          <a:p>
            <a:fld id="{86CB4B4D-7CA3-9044-876B-883B54F8677D}" type="slidenum">
              <a:rPr/>
              <a:t>‹#›</a:t>
            </a:fld>
            <a:endParaRPr/>
          </a:p>
        </p:txBody>
      </p:sp>
      <p:pic>
        <p:nvPicPr>
          <p:cNvPr id="302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303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304" name="Title Text"/>
          <p:cNvSpPr txBox="1">
            <a:spLocks noGrp="1"/>
          </p:cNvSpPr>
          <p:nvPr>
            <p:ph type="body" sz="quarter" idx="13" hasCustomPrompt="1"/>
          </p:nvPr>
        </p:nvSpPr>
        <p:spPr>
          <a:xfrm>
            <a:off x="9281732" y="3728141"/>
            <a:ext cx="5820535" cy="57738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t>Title Text</a:t>
            </a:r>
          </a:p>
        </p:txBody>
      </p:sp>
      <p:sp>
        <p:nvSpPr>
          <p:cNvPr id="305" name="Statement in many rows here…"/>
          <p:cNvSpPr txBox="1">
            <a:spLocks noGrp="1"/>
          </p:cNvSpPr>
          <p:nvPr>
            <p:ph type="body" sz="quarter" idx="14" hasCustomPrompt="1"/>
          </p:nvPr>
        </p:nvSpPr>
        <p:spPr>
          <a:xfrm>
            <a:off x="766952" y="5825710"/>
            <a:ext cx="22865971" cy="2082801"/>
          </a:xfrm>
          <a:prstGeom prst="rect">
            <a:avLst/>
          </a:prstGeom>
        </p:spPr>
        <p:txBody>
          <a:bodyPr lIns="50800" tIns="50800" rIns="50800" bIns="50800">
            <a:spAutoFit/>
          </a:bodyPr>
          <a:lstStyle/>
          <a:p>
            <a:pPr defTabSz="1172210">
              <a:defRPr sz="7000" b="1">
                <a:solidFill>
                  <a:srgbClr val="FFFFFF"/>
                </a:solidFill>
                <a:latin typeface="+mn-lt"/>
                <a:ea typeface="+mn-ea"/>
                <a:cs typeface="+mn-cs"/>
                <a:sym typeface="DIN Next LT Pro"/>
              </a:defRPr>
            </a:pPr>
            <a:r>
              <a:t>Statement in many rows here</a:t>
            </a:r>
          </a:p>
          <a:p>
            <a:pPr defTabSz="1172210">
              <a:defRPr sz="7000" b="1">
                <a:solidFill>
                  <a:srgbClr val="FFFFFF"/>
                </a:solidFill>
                <a:latin typeface="+mn-lt"/>
                <a:ea typeface="+mn-ea"/>
                <a:cs typeface="+mn-cs"/>
                <a:sym typeface="DIN Next LT Pro"/>
              </a:defRPr>
            </a:pPr>
            <a:r>
              <a:t>(responsive text box)</a:t>
            </a:r>
          </a:p>
        </p:txBody>
      </p:sp>
    </p:spTree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Statement_Frame_Neg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Rectangle"/>
          <p:cNvSpPr>
            <a:spLocks noGrp="1"/>
          </p:cNvSpPr>
          <p:nvPr>
            <p:ph type="body" idx="13"/>
          </p:nvPr>
        </p:nvSpPr>
        <p:spPr>
          <a:xfrm>
            <a:off x="772203" y="771110"/>
            <a:ext cx="22855468" cy="12192001"/>
          </a:xfrm>
          <a:prstGeom prst="rect">
            <a:avLst/>
          </a:prstGeom>
          <a:solidFill>
            <a:srgbClr val="000000"/>
          </a:solidFill>
        </p:spPr>
        <p:txBody>
          <a:bodyPr lIns="50800" tIns="50800" rIns="50800" bIns="50800"/>
          <a:lstStyle/>
          <a:p>
            <a:pPr defTabSz="1172210">
              <a:defRPr sz="4600" cap="none">
                <a:solidFill>
                  <a:srgbClr val="333333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/>
          </a:p>
        </p:txBody>
      </p:sp>
      <p:pic>
        <p:nvPicPr>
          <p:cNvPr id="329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330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33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63115" y="224144"/>
            <a:ext cx="316036" cy="320041"/>
          </a:xfrm>
          <a:prstGeom prst="rect">
            <a:avLst/>
          </a:prstGeom>
        </p:spPr>
        <p:txBody>
          <a:bodyPr wrap="none"/>
          <a:lstStyle>
            <a:lvl1pPr>
              <a:defRPr sz="1500"/>
            </a:lvl1pPr>
          </a:lstStyle>
          <a:p>
            <a:fld id="{86CB4B4D-7CA3-9044-876B-883B54F8677D}" type="slidenum">
              <a:rPr/>
              <a:t>‹#›</a:t>
            </a:fld>
            <a:endParaRPr/>
          </a:p>
        </p:txBody>
      </p:sp>
      <p:pic>
        <p:nvPicPr>
          <p:cNvPr id="332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333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334" name="Title Text"/>
          <p:cNvSpPr txBox="1">
            <a:spLocks noGrp="1"/>
          </p:cNvSpPr>
          <p:nvPr>
            <p:ph type="body" sz="quarter" idx="14" hasCustomPrompt="1"/>
          </p:nvPr>
        </p:nvSpPr>
        <p:spPr>
          <a:xfrm>
            <a:off x="9281732" y="3728141"/>
            <a:ext cx="5820535" cy="57738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t>Title Text</a:t>
            </a:r>
          </a:p>
        </p:txBody>
      </p:sp>
      <p:sp>
        <p:nvSpPr>
          <p:cNvPr id="335" name="Statement in many rows here…"/>
          <p:cNvSpPr txBox="1">
            <a:spLocks noGrp="1"/>
          </p:cNvSpPr>
          <p:nvPr>
            <p:ph type="body" sz="quarter" idx="15" hasCustomPrompt="1"/>
          </p:nvPr>
        </p:nvSpPr>
        <p:spPr>
          <a:xfrm>
            <a:off x="766952" y="5825710"/>
            <a:ext cx="22865971" cy="2082801"/>
          </a:xfrm>
          <a:prstGeom prst="rect">
            <a:avLst/>
          </a:prstGeom>
        </p:spPr>
        <p:txBody>
          <a:bodyPr lIns="50800" tIns="50800" rIns="50800" bIns="50800">
            <a:spAutoFit/>
          </a:bodyPr>
          <a:lstStyle/>
          <a:p>
            <a:pPr defTabSz="1172210">
              <a:defRPr sz="7000" b="1">
                <a:solidFill>
                  <a:srgbClr val="FFFFFF"/>
                </a:solidFill>
                <a:latin typeface="+mn-lt"/>
                <a:ea typeface="+mn-ea"/>
                <a:cs typeface="+mn-cs"/>
                <a:sym typeface="DIN Next LT Pro"/>
              </a:defRPr>
            </a:pPr>
            <a:r>
              <a:t>Statement in many rows here</a:t>
            </a:r>
          </a:p>
          <a:p>
            <a:pPr defTabSz="1172210">
              <a:defRPr sz="7000" b="1">
                <a:solidFill>
                  <a:srgbClr val="FFFFFF"/>
                </a:solidFill>
                <a:latin typeface="+mn-lt"/>
                <a:ea typeface="+mn-ea"/>
                <a:cs typeface="+mn-cs"/>
                <a:sym typeface="DIN Next LT Pro"/>
              </a:defRPr>
            </a:pPr>
            <a:r>
              <a:t>(responsive text box)</a:t>
            </a:r>
          </a:p>
        </p:txBody>
      </p:sp>
    </p:spTree>
  </p:cSld>
  <p:clrMapOvr>
    <a:masterClrMapping/>
  </p:clrMapOvr>
  <p:transition spd="med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List_Negativ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Title Text"/>
          <p:cNvSpPr txBox="1">
            <a:spLocks noGrp="1"/>
          </p:cNvSpPr>
          <p:nvPr>
            <p:ph type="body" sz="quarter" idx="13" hasCustomPrompt="1"/>
          </p:nvPr>
        </p:nvSpPr>
        <p:spPr>
          <a:xfrm>
            <a:off x="945770" y="930347"/>
            <a:ext cx="22539428" cy="577381"/>
          </a:xfrm>
          <a:prstGeom prst="rect">
            <a:avLst/>
          </a:prstGeom>
        </p:spPr>
        <p:txBody>
          <a:bodyPr>
            <a:normAutofit/>
          </a:bodyPr>
          <a:lstStyle>
            <a:lvl1pPr algn="l">
              <a:defRPr>
                <a:solidFill>
                  <a:srgbClr val="FFFFFF"/>
                </a:solidFill>
              </a:defRPr>
            </a:lvl1pPr>
          </a:lstStyle>
          <a:p>
            <a:r>
              <a:t>Title Text</a:t>
            </a:r>
          </a:p>
        </p:txBody>
      </p:sp>
      <p:sp>
        <p:nvSpPr>
          <p:cNvPr id="374" name="MAIN POINT"/>
          <p:cNvSpPr txBox="1">
            <a:spLocks noGrp="1"/>
          </p:cNvSpPr>
          <p:nvPr>
            <p:ph type="body" sz="quarter" idx="14" hasCustomPrompt="1"/>
          </p:nvPr>
        </p:nvSpPr>
        <p:spPr>
          <a:xfrm>
            <a:off x="766952" y="3681214"/>
            <a:ext cx="22865971" cy="1003300"/>
          </a:xfrm>
          <a:prstGeom prst="rect">
            <a:avLst/>
          </a:prstGeom>
        </p:spPr>
        <p:txBody>
          <a:bodyPr lIns="50800" tIns="50800" rIns="50800" bIns="50800">
            <a:spAutoFit/>
          </a:bodyPr>
          <a:lstStyle>
            <a:lvl1pPr defTabSz="1172210">
              <a:defRPr sz="7000">
                <a:solidFill>
                  <a:srgbClr val="FFFFFF"/>
                </a:solidFill>
              </a:defRPr>
            </a:lvl1pPr>
          </a:lstStyle>
          <a:p>
            <a:r>
              <a:t>MAIN POINT</a:t>
            </a:r>
          </a:p>
        </p:txBody>
      </p:sp>
      <p:pic>
        <p:nvPicPr>
          <p:cNvPr id="375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376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37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63115" y="224144"/>
            <a:ext cx="316036" cy="320041"/>
          </a:xfrm>
          <a:prstGeom prst="rect">
            <a:avLst/>
          </a:prstGeom>
        </p:spPr>
        <p:txBody>
          <a:bodyPr wrap="none"/>
          <a:lstStyle>
            <a:lvl1pPr>
              <a:defRPr sz="1500"/>
            </a:lvl1pPr>
          </a:lstStyle>
          <a:p>
            <a:fld id="{86CB4B4D-7CA3-9044-876B-883B54F8677D}" type="slidenum">
              <a:rPr/>
              <a:t>‹#›</a:t>
            </a:fld>
            <a:endParaRPr/>
          </a:p>
        </p:txBody>
      </p:sp>
      <p:sp>
        <p:nvSpPr>
          <p:cNvPr id="378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379" name="Rectangle"/>
          <p:cNvSpPr/>
          <p:nvPr/>
        </p:nvSpPr>
        <p:spPr>
          <a:xfrm rot="16200000">
            <a:off x="1157287" y="1315956"/>
            <a:ext cx="38101" cy="38100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380" name="MAIN POINT HERE"/>
          <p:cNvSpPr txBox="1">
            <a:spLocks noGrp="1"/>
          </p:cNvSpPr>
          <p:nvPr>
            <p:ph type="body" sz="quarter" idx="15" hasCustomPrompt="1"/>
          </p:nvPr>
        </p:nvSpPr>
        <p:spPr>
          <a:xfrm>
            <a:off x="977602" y="6858000"/>
            <a:ext cx="4187763" cy="47578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defTabSz="1172210">
              <a:lnSpc>
                <a:spcPct val="110000"/>
              </a:lnSpc>
              <a:spcBef>
                <a:spcPts val="1400"/>
              </a:spcBef>
              <a:defRPr sz="2500" b="1">
                <a:solidFill>
                  <a:srgbClr val="FFFFFF"/>
                </a:solidFill>
                <a:latin typeface="+mn-lt"/>
                <a:ea typeface="+mn-ea"/>
                <a:cs typeface="+mn-cs"/>
                <a:sym typeface="DIN Next LT Pro"/>
              </a:defRPr>
            </a:lvl1pPr>
          </a:lstStyle>
          <a:p>
            <a:r>
              <a:t>MAIN POINT HERE</a:t>
            </a:r>
          </a:p>
        </p:txBody>
      </p:sp>
      <p:sp>
        <p:nvSpPr>
          <p:cNvPr id="381" name="List starts here"/>
          <p:cNvSpPr txBox="1">
            <a:spLocks noGrp="1"/>
          </p:cNvSpPr>
          <p:nvPr>
            <p:ph type="body" sz="quarter" idx="16" hasCustomPrompt="1"/>
          </p:nvPr>
        </p:nvSpPr>
        <p:spPr>
          <a:xfrm>
            <a:off x="977602" y="7758241"/>
            <a:ext cx="4187763" cy="4565653"/>
          </a:xfrm>
          <a:prstGeom prst="rect">
            <a:avLst/>
          </a:prstGeom>
        </p:spPr>
        <p:txBody>
          <a:bodyPr lIns="0" tIns="0" rIns="0" bIns="0" anchor="t"/>
          <a:lstStyle>
            <a:lvl1pPr marL="381000" indent="-381000" algn="l" defTabSz="1172210">
              <a:lnSpc>
                <a:spcPct val="110000"/>
              </a:lnSpc>
              <a:spcBef>
                <a:spcPts val="1400"/>
              </a:spcBef>
              <a:buSzPct val="100000"/>
              <a:buAutoNum type="arabicPeriod"/>
              <a:defRPr sz="2500">
                <a:solidFill>
                  <a:srgbClr val="FFFFFF"/>
                </a:solidFill>
              </a:defRPr>
            </a:lvl1pPr>
          </a:lstStyle>
          <a:p>
            <a:r>
              <a:t>List starts here</a:t>
            </a:r>
          </a:p>
        </p:txBody>
      </p:sp>
      <p:sp>
        <p:nvSpPr>
          <p:cNvPr id="382" name="MAIN POINT HERE"/>
          <p:cNvSpPr txBox="1">
            <a:spLocks noGrp="1"/>
          </p:cNvSpPr>
          <p:nvPr>
            <p:ph type="body" sz="quarter" idx="17" hasCustomPrompt="1"/>
          </p:nvPr>
        </p:nvSpPr>
        <p:spPr>
          <a:xfrm>
            <a:off x="5549602" y="6858000"/>
            <a:ext cx="4187763" cy="47578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defTabSz="1172210">
              <a:lnSpc>
                <a:spcPct val="110000"/>
              </a:lnSpc>
              <a:spcBef>
                <a:spcPts val="1400"/>
              </a:spcBef>
              <a:defRPr sz="2500" b="1">
                <a:solidFill>
                  <a:srgbClr val="FFFFFF"/>
                </a:solidFill>
                <a:latin typeface="+mn-lt"/>
                <a:ea typeface="+mn-ea"/>
                <a:cs typeface="+mn-cs"/>
                <a:sym typeface="DIN Next LT Pro"/>
              </a:defRPr>
            </a:lvl1pPr>
          </a:lstStyle>
          <a:p>
            <a:r>
              <a:t>MAIN POINT HERE</a:t>
            </a:r>
          </a:p>
        </p:txBody>
      </p:sp>
      <p:sp>
        <p:nvSpPr>
          <p:cNvPr id="383" name="List starts here"/>
          <p:cNvSpPr txBox="1">
            <a:spLocks noGrp="1"/>
          </p:cNvSpPr>
          <p:nvPr>
            <p:ph type="body" sz="quarter" idx="18" hasCustomPrompt="1"/>
          </p:nvPr>
        </p:nvSpPr>
        <p:spPr>
          <a:xfrm>
            <a:off x="5549602" y="7758241"/>
            <a:ext cx="4187763" cy="4565653"/>
          </a:xfrm>
          <a:prstGeom prst="rect">
            <a:avLst/>
          </a:prstGeom>
        </p:spPr>
        <p:txBody>
          <a:bodyPr lIns="0" tIns="0" rIns="0" bIns="0" anchor="t"/>
          <a:lstStyle>
            <a:lvl1pPr marL="381000" indent="-381000" algn="l" defTabSz="1172210">
              <a:lnSpc>
                <a:spcPct val="110000"/>
              </a:lnSpc>
              <a:spcBef>
                <a:spcPts val="1400"/>
              </a:spcBef>
              <a:buSzPct val="100000"/>
              <a:buAutoNum type="arabicPeriod"/>
              <a:defRPr sz="2500">
                <a:solidFill>
                  <a:srgbClr val="FFFFFF"/>
                </a:solidFill>
              </a:defRPr>
            </a:lvl1pPr>
          </a:lstStyle>
          <a:p>
            <a:r>
              <a:t>List starts here</a:t>
            </a:r>
          </a:p>
        </p:txBody>
      </p:sp>
      <p:sp>
        <p:nvSpPr>
          <p:cNvPr id="384" name="MAIN POINT HERE"/>
          <p:cNvSpPr txBox="1">
            <a:spLocks noGrp="1"/>
          </p:cNvSpPr>
          <p:nvPr>
            <p:ph type="body" sz="quarter" idx="19" hasCustomPrompt="1"/>
          </p:nvPr>
        </p:nvSpPr>
        <p:spPr>
          <a:xfrm>
            <a:off x="10121602" y="6858000"/>
            <a:ext cx="4187763" cy="47578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defTabSz="1172210">
              <a:lnSpc>
                <a:spcPct val="110000"/>
              </a:lnSpc>
              <a:spcBef>
                <a:spcPts val="1400"/>
              </a:spcBef>
              <a:defRPr sz="2500" b="1">
                <a:solidFill>
                  <a:srgbClr val="FFFFFF"/>
                </a:solidFill>
                <a:latin typeface="+mn-lt"/>
                <a:ea typeface="+mn-ea"/>
                <a:cs typeface="+mn-cs"/>
                <a:sym typeface="DIN Next LT Pro"/>
              </a:defRPr>
            </a:lvl1pPr>
          </a:lstStyle>
          <a:p>
            <a:r>
              <a:t>MAIN POINT HERE</a:t>
            </a:r>
          </a:p>
        </p:txBody>
      </p:sp>
      <p:sp>
        <p:nvSpPr>
          <p:cNvPr id="385" name="List starts here"/>
          <p:cNvSpPr txBox="1">
            <a:spLocks noGrp="1"/>
          </p:cNvSpPr>
          <p:nvPr>
            <p:ph type="body" sz="quarter" idx="20" hasCustomPrompt="1"/>
          </p:nvPr>
        </p:nvSpPr>
        <p:spPr>
          <a:xfrm>
            <a:off x="10121602" y="7758241"/>
            <a:ext cx="4187763" cy="4565653"/>
          </a:xfrm>
          <a:prstGeom prst="rect">
            <a:avLst/>
          </a:prstGeom>
        </p:spPr>
        <p:txBody>
          <a:bodyPr lIns="0" tIns="0" rIns="0" bIns="0" anchor="t"/>
          <a:lstStyle>
            <a:lvl1pPr marL="381000" indent="-381000" algn="l" defTabSz="1172210">
              <a:lnSpc>
                <a:spcPct val="110000"/>
              </a:lnSpc>
              <a:spcBef>
                <a:spcPts val="1400"/>
              </a:spcBef>
              <a:buSzPct val="100000"/>
              <a:buAutoNum type="arabicPeriod"/>
              <a:defRPr sz="2500">
                <a:solidFill>
                  <a:srgbClr val="FFFFFF"/>
                </a:solidFill>
              </a:defRPr>
            </a:lvl1pPr>
          </a:lstStyle>
          <a:p>
            <a:r>
              <a:t>List starts here</a:t>
            </a:r>
          </a:p>
        </p:txBody>
      </p:sp>
      <p:sp>
        <p:nvSpPr>
          <p:cNvPr id="386" name="MAIN POINT HER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4693602" y="6858000"/>
            <a:ext cx="4187763" cy="47578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defTabSz="1172210">
              <a:lnSpc>
                <a:spcPct val="110000"/>
              </a:lnSpc>
              <a:spcBef>
                <a:spcPts val="1400"/>
              </a:spcBef>
              <a:defRPr sz="2500" b="1">
                <a:solidFill>
                  <a:srgbClr val="FFFFFF"/>
                </a:solidFill>
                <a:latin typeface="+mn-lt"/>
                <a:ea typeface="+mn-ea"/>
                <a:cs typeface="+mn-cs"/>
                <a:sym typeface="DIN Next LT Pro"/>
              </a:defRPr>
            </a:lvl1pPr>
          </a:lstStyle>
          <a:p>
            <a:r>
              <a:t>MAIN POINT HERE</a:t>
            </a:r>
          </a:p>
        </p:txBody>
      </p:sp>
      <p:sp>
        <p:nvSpPr>
          <p:cNvPr id="387" name="List starts here"/>
          <p:cNvSpPr txBox="1">
            <a:spLocks noGrp="1"/>
          </p:cNvSpPr>
          <p:nvPr>
            <p:ph type="body" sz="quarter" idx="22" hasCustomPrompt="1"/>
          </p:nvPr>
        </p:nvSpPr>
        <p:spPr>
          <a:xfrm>
            <a:off x="14693602" y="7758241"/>
            <a:ext cx="4187763" cy="4565653"/>
          </a:xfrm>
          <a:prstGeom prst="rect">
            <a:avLst/>
          </a:prstGeom>
        </p:spPr>
        <p:txBody>
          <a:bodyPr lIns="0" tIns="0" rIns="0" bIns="0" anchor="t"/>
          <a:lstStyle>
            <a:lvl1pPr marL="381000" indent="-381000" algn="l" defTabSz="1172210">
              <a:lnSpc>
                <a:spcPct val="110000"/>
              </a:lnSpc>
              <a:spcBef>
                <a:spcPts val="1400"/>
              </a:spcBef>
              <a:buSzPct val="100000"/>
              <a:buAutoNum type="arabicPeriod"/>
              <a:defRPr sz="2500">
                <a:solidFill>
                  <a:srgbClr val="FFFFFF"/>
                </a:solidFill>
              </a:defRPr>
            </a:lvl1pPr>
          </a:lstStyle>
          <a:p>
            <a:r>
              <a:t>List starts here</a:t>
            </a:r>
          </a:p>
        </p:txBody>
      </p:sp>
      <p:sp>
        <p:nvSpPr>
          <p:cNvPr id="388" name="MAIN POINT HERE"/>
          <p:cNvSpPr txBox="1">
            <a:spLocks noGrp="1"/>
          </p:cNvSpPr>
          <p:nvPr>
            <p:ph type="body" sz="quarter" idx="23" hasCustomPrompt="1"/>
          </p:nvPr>
        </p:nvSpPr>
        <p:spPr>
          <a:xfrm>
            <a:off x="19265602" y="6858000"/>
            <a:ext cx="4187763" cy="47578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defTabSz="1172210">
              <a:lnSpc>
                <a:spcPct val="110000"/>
              </a:lnSpc>
              <a:spcBef>
                <a:spcPts val="1400"/>
              </a:spcBef>
              <a:defRPr sz="2500" b="1">
                <a:solidFill>
                  <a:srgbClr val="FFFFFF"/>
                </a:solidFill>
                <a:latin typeface="+mn-lt"/>
                <a:ea typeface="+mn-ea"/>
                <a:cs typeface="+mn-cs"/>
                <a:sym typeface="DIN Next LT Pro"/>
              </a:defRPr>
            </a:lvl1pPr>
          </a:lstStyle>
          <a:p>
            <a:r>
              <a:t>MAIN POINT HERE</a:t>
            </a:r>
          </a:p>
        </p:txBody>
      </p:sp>
      <p:sp>
        <p:nvSpPr>
          <p:cNvPr id="389" name="List starts here"/>
          <p:cNvSpPr txBox="1">
            <a:spLocks noGrp="1"/>
          </p:cNvSpPr>
          <p:nvPr>
            <p:ph type="body" sz="quarter" idx="24" hasCustomPrompt="1"/>
          </p:nvPr>
        </p:nvSpPr>
        <p:spPr>
          <a:xfrm>
            <a:off x="19265602" y="7758241"/>
            <a:ext cx="4187763" cy="4565653"/>
          </a:xfrm>
          <a:prstGeom prst="rect">
            <a:avLst/>
          </a:prstGeom>
        </p:spPr>
        <p:txBody>
          <a:bodyPr lIns="0" tIns="0" rIns="0" bIns="0" anchor="t"/>
          <a:lstStyle>
            <a:lvl1pPr marL="381000" indent="-381000" algn="l" defTabSz="1172210">
              <a:lnSpc>
                <a:spcPct val="110000"/>
              </a:lnSpc>
              <a:spcBef>
                <a:spcPts val="1400"/>
              </a:spcBef>
              <a:buSzPct val="100000"/>
              <a:buAutoNum type="arabicPeriod"/>
              <a:defRPr sz="2500">
                <a:solidFill>
                  <a:srgbClr val="FFFFFF"/>
                </a:solidFill>
              </a:defRPr>
            </a:lvl1pPr>
          </a:lstStyle>
          <a:p>
            <a:r>
              <a:t>List starts here</a:t>
            </a:r>
          </a:p>
        </p:txBody>
      </p:sp>
      <p:sp>
        <p:nvSpPr>
          <p:cNvPr id="390" name="SUBTITLE"/>
          <p:cNvSpPr txBox="1">
            <a:spLocks noGrp="1"/>
          </p:cNvSpPr>
          <p:nvPr>
            <p:ph type="body" sz="quarter" idx="25" hasCustomPrompt="1"/>
          </p:nvPr>
        </p:nvSpPr>
        <p:spPr>
          <a:xfrm>
            <a:off x="9281732" y="936698"/>
            <a:ext cx="5820535" cy="539280"/>
          </a:xfrm>
          <a:prstGeom prst="rect">
            <a:avLst/>
          </a:prstGeom>
        </p:spPr>
        <p:txBody>
          <a:bodyPr lIns="117239" tIns="117239" rIns="117239" bIns="117239">
            <a:spAutoFit/>
          </a:bodyPr>
          <a:lstStyle>
            <a:lvl1pPr defTabSz="1172210">
              <a:defRPr sz="2000" cap="none">
                <a:solidFill>
                  <a:srgbClr val="FFFFF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SUBTITLE</a:t>
            </a:r>
          </a:p>
        </p:txBody>
      </p:sp>
      <p:pic>
        <p:nvPicPr>
          <p:cNvPr id="396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</p:spTree>
  </p:cSld>
  <p:clrMapOvr>
    <a:masterClrMapping/>
  </p:clrMapOvr>
  <p:transition spd="med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List_Frame_Posi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Rectangle"/>
          <p:cNvSpPr>
            <a:spLocks noGrp="1"/>
          </p:cNvSpPr>
          <p:nvPr>
            <p:ph type="body" idx="13"/>
          </p:nvPr>
        </p:nvSpPr>
        <p:spPr>
          <a:xfrm>
            <a:off x="772203" y="771110"/>
            <a:ext cx="22855468" cy="12192001"/>
          </a:xfrm>
          <a:prstGeom prst="rect">
            <a:avLst/>
          </a:prstGeom>
          <a:solidFill>
            <a:srgbClr val="F3F3F3"/>
          </a:solidFill>
        </p:spPr>
        <p:txBody>
          <a:bodyPr lIns="50800" tIns="50800" rIns="50800" bIns="50800"/>
          <a:lstStyle/>
          <a:p>
            <a:pPr defTabSz="1172210">
              <a:defRPr sz="4600" cap="none">
                <a:solidFill>
                  <a:srgbClr val="333333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/>
          </a:p>
        </p:txBody>
      </p:sp>
      <p:sp>
        <p:nvSpPr>
          <p:cNvPr id="404" name="Title Text"/>
          <p:cNvSpPr txBox="1">
            <a:spLocks noGrp="1"/>
          </p:cNvSpPr>
          <p:nvPr>
            <p:ph type="body" sz="quarter" idx="14" hasCustomPrompt="1"/>
          </p:nvPr>
        </p:nvSpPr>
        <p:spPr>
          <a:xfrm>
            <a:off x="945770" y="930347"/>
            <a:ext cx="22492461" cy="577381"/>
          </a:xfrm>
          <a:prstGeom prst="rect">
            <a:avLst/>
          </a:prstGeom>
        </p:spPr>
        <p:txBody>
          <a:bodyPr>
            <a:normAutofit/>
          </a:bodyPr>
          <a:lstStyle>
            <a:lvl1pPr algn="l"/>
          </a:lstStyle>
          <a:p>
            <a:r>
              <a:t>Title Text</a:t>
            </a:r>
          </a:p>
        </p:txBody>
      </p:sp>
      <p:sp>
        <p:nvSpPr>
          <p:cNvPr id="405" name="MAIN POINT"/>
          <p:cNvSpPr txBox="1">
            <a:spLocks noGrp="1"/>
          </p:cNvSpPr>
          <p:nvPr>
            <p:ph type="body" sz="quarter" idx="15" hasCustomPrompt="1"/>
          </p:nvPr>
        </p:nvSpPr>
        <p:spPr>
          <a:xfrm>
            <a:off x="766952" y="3681214"/>
            <a:ext cx="22865971" cy="1003300"/>
          </a:xfrm>
          <a:prstGeom prst="rect">
            <a:avLst/>
          </a:prstGeom>
        </p:spPr>
        <p:txBody>
          <a:bodyPr lIns="50800" tIns="50800" rIns="50800" bIns="50800">
            <a:spAutoFit/>
          </a:bodyPr>
          <a:lstStyle>
            <a:lvl1pPr defTabSz="1172210">
              <a:defRPr sz="7000"/>
            </a:lvl1pPr>
          </a:lstStyle>
          <a:p>
            <a:r>
              <a:t>MAIN POINT</a:t>
            </a:r>
          </a:p>
        </p:txBody>
      </p:sp>
      <p:pic>
        <p:nvPicPr>
          <p:cNvPr id="406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407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408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63115" y="224144"/>
            <a:ext cx="316036" cy="320041"/>
          </a:xfrm>
          <a:prstGeom prst="rect">
            <a:avLst/>
          </a:prstGeom>
        </p:spPr>
        <p:txBody>
          <a:bodyPr wrap="none"/>
          <a:lstStyle>
            <a:lvl1pPr>
              <a:defRPr sz="1500"/>
            </a:lvl1pPr>
          </a:lstStyle>
          <a:p>
            <a:fld id="{86CB4B4D-7CA3-9044-876B-883B54F8677D}" type="slidenum">
              <a:rPr/>
              <a:t>‹#›</a:t>
            </a:fld>
            <a:endParaRPr/>
          </a:p>
        </p:txBody>
      </p:sp>
      <p:pic>
        <p:nvPicPr>
          <p:cNvPr id="409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410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411" name="Rectangle"/>
          <p:cNvSpPr/>
          <p:nvPr/>
        </p:nvSpPr>
        <p:spPr>
          <a:xfrm rot="16200000">
            <a:off x="1157287" y="1315956"/>
            <a:ext cx="38101" cy="381001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412" name="MAIN POINT HERE"/>
          <p:cNvSpPr txBox="1">
            <a:spLocks noGrp="1"/>
          </p:cNvSpPr>
          <p:nvPr>
            <p:ph type="body" sz="quarter" idx="16" hasCustomPrompt="1"/>
          </p:nvPr>
        </p:nvSpPr>
        <p:spPr>
          <a:xfrm>
            <a:off x="977602" y="6858000"/>
            <a:ext cx="4187763" cy="47578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defTabSz="1172210">
              <a:lnSpc>
                <a:spcPct val="110000"/>
              </a:lnSpc>
              <a:spcBef>
                <a:spcPts val="1400"/>
              </a:spcBef>
              <a:defRPr sz="2500" b="1">
                <a:latin typeface="+mn-lt"/>
                <a:ea typeface="+mn-ea"/>
                <a:cs typeface="+mn-cs"/>
                <a:sym typeface="DIN Next LT Pro"/>
              </a:defRPr>
            </a:lvl1pPr>
          </a:lstStyle>
          <a:p>
            <a:r>
              <a:t>MAIN POINT HERE</a:t>
            </a:r>
          </a:p>
        </p:txBody>
      </p:sp>
      <p:sp>
        <p:nvSpPr>
          <p:cNvPr id="413" name="List starts here"/>
          <p:cNvSpPr txBox="1">
            <a:spLocks noGrp="1"/>
          </p:cNvSpPr>
          <p:nvPr>
            <p:ph type="body" sz="quarter" idx="17" hasCustomPrompt="1"/>
          </p:nvPr>
        </p:nvSpPr>
        <p:spPr>
          <a:xfrm>
            <a:off x="977602" y="7758241"/>
            <a:ext cx="4187763" cy="4565653"/>
          </a:xfrm>
          <a:prstGeom prst="rect">
            <a:avLst/>
          </a:prstGeom>
        </p:spPr>
        <p:txBody>
          <a:bodyPr lIns="0" tIns="0" rIns="0" bIns="0" anchor="t"/>
          <a:lstStyle>
            <a:lvl1pPr marL="381000" indent="-381000" algn="l" defTabSz="1172210">
              <a:lnSpc>
                <a:spcPct val="110000"/>
              </a:lnSpc>
              <a:spcBef>
                <a:spcPts val="1400"/>
              </a:spcBef>
              <a:buSzPct val="100000"/>
              <a:buAutoNum type="arabicPeriod"/>
              <a:defRPr sz="2500"/>
            </a:lvl1pPr>
          </a:lstStyle>
          <a:p>
            <a:r>
              <a:t>List starts here</a:t>
            </a:r>
          </a:p>
        </p:txBody>
      </p:sp>
      <p:sp>
        <p:nvSpPr>
          <p:cNvPr id="414" name="MAIN POINT HERE"/>
          <p:cNvSpPr txBox="1">
            <a:spLocks noGrp="1"/>
          </p:cNvSpPr>
          <p:nvPr>
            <p:ph type="body" sz="quarter" idx="18" hasCustomPrompt="1"/>
          </p:nvPr>
        </p:nvSpPr>
        <p:spPr>
          <a:xfrm>
            <a:off x="5549602" y="6858000"/>
            <a:ext cx="4187763" cy="47578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defTabSz="1172210">
              <a:lnSpc>
                <a:spcPct val="110000"/>
              </a:lnSpc>
              <a:spcBef>
                <a:spcPts val="1400"/>
              </a:spcBef>
              <a:defRPr sz="2500" b="1">
                <a:latin typeface="+mn-lt"/>
                <a:ea typeface="+mn-ea"/>
                <a:cs typeface="+mn-cs"/>
                <a:sym typeface="DIN Next LT Pro"/>
              </a:defRPr>
            </a:lvl1pPr>
          </a:lstStyle>
          <a:p>
            <a:r>
              <a:t>MAIN POINT HERE</a:t>
            </a:r>
          </a:p>
        </p:txBody>
      </p:sp>
      <p:sp>
        <p:nvSpPr>
          <p:cNvPr id="415" name="List starts here"/>
          <p:cNvSpPr txBox="1">
            <a:spLocks noGrp="1"/>
          </p:cNvSpPr>
          <p:nvPr>
            <p:ph type="body" sz="quarter" idx="19" hasCustomPrompt="1"/>
          </p:nvPr>
        </p:nvSpPr>
        <p:spPr>
          <a:xfrm>
            <a:off x="5549602" y="7758241"/>
            <a:ext cx="4187763" cy="4565653"/>
          </a:xfrm>
          <a:prstGeom prst="rect">
            <a:avLst/>
          </a:prstGeom>
        </p:spPr>
        <p:txBody>
          <a:bodyPr lIns="0" tIns="0" rIns="0" bIns="0" anchor="t"/>
          <a:lstStyle>
            <a:lvl1pPr marL="381000" indent="-381000" algn="l" defTabSz="1172210">
              <a:lnSpc>
                <a:spcPct val="110000"/>
              </a:lnSpc>
              <a:spcBef>
                <a:spcPts val="1400"/>
              </a:spcBef>
              <a:buSzPct val="100000"/>
              <a:buAutoNum type="arabicPeriod"/>
              <a:defRPr sz="2500"/>
            </a:lvl1pPr>
          </a:lstStyle>
          <a:p>
            <a:r>
              <a:t>List starts here</a:t>
            </a:r>
          </a:p>
        </p:txBody>
      </p:sp>
      <p:sp>
        <p:nvSpPr>
          <p:cNvPr id="416" name="MAIN POINT HERE"/>
          <p:cNvSpPr txBox="1">
            <a:spLocks noGrp="1"/>
          </p:cNvSpPr>
          <p:nvPr>
            <p:ph type="body" sz="quarter" idx="20" hasCustomPrompt="1"/>
          </p:nvPr>
        </p:nvSpPr>
        <p:spPr>
          <a:xfrm>
            <a:off x="10121602" y="6858000"/>
            <a:ext cx="4187763" cy="47578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defTabSz="1172210">
              <a:lnSpc>
                <a:spcPct val="110000"/>
              </a:lnSpc>
              <a:spcBef>
                <a:spcPts val="1400"/>
              </a:spcBef>
              <a:defRPr sz="2500" b="1">
                <a:latin typeface="+mn-lt"/>
                <a:ea typeface="+mn-ea"/>
                <a:cs typeface="+mn-cs"/>
                <a:sym typeface="DIN Next LT Pro"/>
              </a:defRPr>
            </a:lvl1pPr>
          </a:lstStyle>
          <a:p>
            <a:r>
              <a:t>MAIN POINT HERE</a:t>
            </a:r>
          </a:p>
        </p:txBody>
      </p:sp>
      <p:sp>
        <p:nvSpPr>
          <p:cNvPr id="417" name="List starts her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0121602" y="7758241"/>
            <a:ext cx="4187763" cy="4565653"/>
          </a:xfrm>
          <a:prstGeom prst="rect">
            <a:avLst/>
          </a:prstGeom>
        </p:spPr>
        <p:txBody>
          <a:bodyPr lIns="0" tIns="0" rIns="0" bIns="0" anchor="t"/>
          <a:lstStyle>
            <a:lvl1pPr marL="381000" indent="-381000" algn="l" defTabSz="1172210">
              <a:lnSpc>
                <a:spcPct val="110000"/>
              </a:lnSpc>
              <a:spcBef>
                <a:spcPts val="1400"/>
              </a:spcBef>
              <a:buSzPct val="100000"/>
              <a:buAutoNum type="arabicPeriod"/>
              <a:defRPr sz="2500"/>
            </a:lvl1pPr>
          </a:lstStyle>
          <a:p>
            <a:r>
              <a:t>List starts here</a:t>
            </a:r>
          </a:p>
        </p:txBody>
      </p:sp>
      <p:sp>
        <p:nvSpPr>
          <p:cNvPr id="418" name="MAIN POINT HERE"/>
          <p:cNvSpPr txBox="1">
            <a:spLocks noGrp="1"/>
          </p:cNvSpPr>
          <p:nvPr>
            <p:ph type="body" sz="quarter" idx="22" hasCustomPrompt="1"/>
          </p:nvPr>
        </p:nvSpPr>
        <p:spPr>
          <a:xfrm>
            <a:off x="14693602" y="6858000"/>
            <a:ext cx="4187763" cy="47578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defTabSz="1172210">
              <a:lnSpc>
                <a:spcPct val="110000"/>
              </a:lnSpc>
              <a:spcBef>
                <a:spcPts val="1400"/>
              </a:spcBef>
              <a:defRPr sz="2500" b="1">
                <a:latin typeface="+mn-lt"/>
                <a:ea typeface="+mn-ea"/>
                <a:cs typeface="+mn-cs"/>
                <a:sym typeface="DIN Next LT Pro"/>
              </a:defRPr>
            </a:lvl1pPr>
          </a:lstStyle>
          <a:p>
            <a:r>
              <a:t>MAIN POINT HERE</a:t>
            </a:r>
          </a:p>
        </p:txBody>
      </p:sp>
      <p:sp>
        <p:nvSpPr>
          <p:cNvPr id="419" name="List starts here"/>
          <p:cNvSpPr txBox="1">
            <a:spLocks noGrp="1"/>
          </p:cNvSpPr>
          <p:nvPr>
            <p:ph type="body" sz="quarter" idx="23" hasCustomPrompt="1"/>
          </p:nvPr>
        </p:nvSpPr>
        <p:spPr>
          <a:xfrm>
            <a:off x="14693602" y="7758241"/>
            <a:ext cx="4187763" cy="4565653"/>
          </a:xfrm>
          <a:prstGeom prst="rect">
            <a:avLst/>
          </a:prstGeom>
        </p:spPr>
        <p:txBody>
          <a:bodyPr lIns="0" tIns="0" rIns="0" bIns="0" anchor="t"/>
          <a:lstStyle>
            <a:lvl1pPr marL="381000" indent="-381000" algn="l" defTabSz="1172210">
              <a:lnSpc>
                <a:spcPct val="110000"/>
              </a:lnSpc>
              <a:spcBef>
                <a:spcPts val="1400"/>
              </a:spcBef>
              <a:buSzPct val="100000"/>
              <a:buAutoNum type="arabicPeriod"/>
              <a:defRPr sz="2500"/>
            </a:lvl1pPr>
          </a:lstStyle>
          <a:p>
            <a:r>
              <a:t>List starts here</a:t>
            </a:r>
          </a:p>
        </p:txBody>
      </p:sp>
      <p:sp>
        <p:nvSpPr>
          <p:cNvPr id="420" name="MAIN POINT HERE"/>
          <p:cNvSpPr txBox="1">
            <a:spLocks noGrp="1"/>
          </p:cNvSpPr>
          <p:nvPr>
            <p:ph type="body" sz="quarter" idx="24" hasCustomPrompt="1"/>
          </p:nvPr>
        </p:nvSpPr>
        <p:spPr>
          <a:xfrm>
            <a:off x="19265602" y="6858000"/>
            <a:ext cx="4187763" cy="47578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defTabSz="1172210">
              <a:lnSpc>
                <a:spcPct val="110000"/>
              </a:lnSpc>
              <a:spcBef>
                <a:spcPts val="1400"/>
              </a:spcBef>
              <a:defRPr sz="2500" b="1">
                <a:latin typeface="+mn-lt"/>
                <a:ea typeface="+mn-ea"/>
                <a:cs typeface="+mn-cs"/>
                <a:sym typeface="DIN Next LT Pro"/>
              </a:defRPr>
            </a:lvl1pPr>
          </a:lstStyle>
          <a:p>
            <a:r>
              <a:t>MAIN POINT HERE</a:t>
            </a:r>
          </a:p>
        </p:txBody>
      </p:sp>
      <p:sp>
        <p:nvSpPr>
          <p:cNvPr id="421" name="List starts here"/>
          <p:cNvSpPr txBox="1">
            <a:spLocks noGrp="1"/>
          </p:cNvSpPr>
          <p:nvPr>
            <p:ph type="body" sz="quarter" idx="25" hasCustomPrompt="1"/>
          </p:nvPr>
        </p:nvSpPr>
        <p:spPr>
          <a:xfrm>
            <a:off x="19265602" y="7758241"/>
            <a:ext cx="4187763" cy="4565653"/>
          </a:xfrm>
          <a:prstGeom prst="rect">
            <a:avLst/>
          </a:prstGeom>
        </p:spPr>
        <p:txBody>
          <a:bodyPr lIns="0" tIns="0" rIns="0" bIns="0" anchor="t"/>
          <a:lstStyle>
            <a:lvl1pPr marL="381000" indent="-381000" algn="l" defTabSz="1172210">
              <a:lnSpc>
                <a:spcPct val="110000"/>
              </a:lnSpc>
              <a:spcBef>
                <a:spcPts val="1400"/>
              </a:spcBef>
              <a:buSzPct val="100000"/>
              <a:buAutoNum type="arabicPeriod"/>
              <a:defRPr sz="2500"/>
            </a:lvl1pPr>
          </a:lstStyle>
          <a:p>
            <a:r>
              <a:t>List starts here</a:t>
            </a:r>
          </a:p>
        </p:txBody>
      </p:sp>
      <p:sp>
        <p:nvSpPr>
          <p:cNvPr id="422" name="SUBTITLE"/>
          <p:cNvSpPr txBox="1">
            <a:spLocks noGrp="1"/>
          </p:cNvSpPr>
          <p:nvPr>
            <p:ph type="body" sz="quarter" idx="26" hasCustomPrompt="1"/>
          </p:nvPr>
        </p:nvSpPr>
        <p:spPr>
          <a:xfrm>
            <a:off x="9281732" y="936698"/>
            <a:ext cx="5820535" cy="539280"/>
          </a:xfrm>
          <a:prstGeom prst="rect">
            <a:avLst/>
          </a:prstGeom>
        </p:spPr>
        <p:txBody>
          <a:bodyPr lIns="117239" tIns="117239" rIns="117239" bIns="117239">
            <a:spAutoFit/>
          </a:bodyPr>
          <a:lstStyle>
            <a:lvl1pPr defTabSz="1172210">
              <a:defRPr sz="2000" cap="none"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SUBTITLE</a:t>
            </a:r>
          </a:p>
        </p:txBody>
      </p:sp>
    </p:spTree>
  </p:cSld>
  <p:clrMapOvr>
    <a:masterClrMapping/>
  </p:clrMapOvr>
  <p:transition spd="med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List_Frame_Neg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Rectangle"/>
          <p:cNvSpPr>
            <a:spLocks noGrp="1"/>
          </p:cNvSpPr>
          <p:nvPr>
            <p:ph type="body" idx="13"/>
          </p:nvPr>
        </p:nvSpPr>
        <p:spPr>
          <a:xfrm>
            <a:off x="772203" y="771110"/>
            <a:ext cx="22855468" cy="12192001"/>
          </a:xfrm>
          <a:prstGeom prst="rect">
            <a:avLst/>
          </a:prstGeom>
          <a:solidFill>
            <a:srgbClr val="000000"/>
          </a:solidFill>
        </p:spPr>
        <p:txBody>
          <a:bodyPr lIns="50800" tIns="50800" rIns="50800" bIns="50800"/>
          <a:lstStyle/>
          <a:p>
            <a:pPr defTabSz="1172210">
              <a:defRPr sz="4600" cap="none">
                <a:solidFill>
                  <a:srgbClr val="FFFFFF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dirty="0"/>
          </a:p>
        </p:txBody>
      </p:sp>
      <p:sp>
        <p:nvSpPr>
          <p:cNvPr id="435" name="Title Text"/>
          <p:cNvSpPr txBox="1">
            <a:spLocks noGrp="1"/>
          </p:cNvSpPr>
          <p:nvPr>
            <p:ph type="body" sz="quarter" idx="14" hasCustomPrompt="1"/>
          </p:nvPr>
        </p:nvSpPr>
        <p:spPr>
          <a:xfrm>
            <a:off x="945770" y="930347"/>
            <a:ext cx="22492461" cy="577381"/>
          </a:xfrm>
          <a:prstGeom prst="rect">
            <a:avLst/>
          </a:prstGeom>
        </p:spPr>
        <p:txBody>
          <a:bodyPr>
            <a:normAutofit/>
          </a:bodyPr>
          <a:lstStyle>
            <a:lvl1pPr algn="l">
              <a:defRPr>
                <a:solidFill>
                  <a:srgbClr val="FFFFFF"/>
                </a:solidFill>
              </a:defRPr>
            </a:lvl1pPr>
          </a:lstStyle>
          <a:p>
            <a:r>
              <a:t>Title Text</a:t>
            </a:r>
          </a:p>
        </p:txBody>
      </p:sp>
      <p:sp>
        <p:nvSpPr>
          <p:cNvPr id="436" name="MAIN POINT"/>
          <p:cNvSpPr txBox="1">
            <a:spLocks noGrp="1"/>
          </p:cNvSpPr>
          <p:nvPr>
            <p:ph type="body" sz="quarter" idx="15" hasCustomPrompt="1"/>
          </p:nvPr>
        </p:nvSpPr>
        <p:spPr>
          <a:xfrm>
            <a:off x="766952" y="3681214"/>
            <a:ext cx="22865971" cy="1003300"/>
          </a:xfrm>
          <a:prstGeom prst="rect">
            <a:avLst/>
          </a:prstGeom>
        </p:spPr>
        <p:txBody>
          <a:bodyPr lIns="50800" tIns="50800" rIns="50800" bIns="50800">
            <a:spAutoFit/>
          </a:bodyPr>
          <a:lstStyle>
            <a:lvl1pPr defTabSz="1172210">
              <a:defRPr sz="7000">
                <a:solidFill>
                  <a:srgbClr val="FFFFFF"/>
                </a:solidFill>
              </a:defRPr>
            </a:lvl1pPr>
          </a:lstStyle>
          <a:p>
            <a:r>
              <a:t>MAIN POINT</a:t>
            </a:r>
          </a:p>
        </p:txBody>
      </p:sp>
      <p:pic>
        <p:nvPicPr>
          <p:cNvPr id="437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438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43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63115" y="224144"/>
            <a:ext cx="316036" cy="320041"/>
          </a:xfrm>
          <a:prstGeom prst="rect">
            <a:avLst/>
          </a:prstGeom>
        </p:spPr>
        <p:txBody>
          <a:bodyPr wrap="none"/>
          <a:lstStyle>
            <a:lvl1pPr>
              <a:defRPr sz="1500"/>
            </a:lvl1pPr>
          </a:lstStyle>
          <a:p>
            <a:fld id="{86CB4B4D-7CA3-9044-876B-883B54F8677D}" type="slidenum">
              <a:rPr/>
              <a:t>‹#›</a:t>
            </a:fld>
            <a:endParaRPr/>
          </a:p>
        </p:txBody>
      </p:sp>
      <p:pic>
        <p:nvPicPr>
          <p:cNvPr id="440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441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442" name="Rectangle"/>
          <p:cNvSpPr/>
          <p:nvPr/>
        </p:nvSpPr>
        <p:spPr>
          <a:xfrm rot="16200000">
            <a:off x="1157287" y="1315956"/>
            <a:ext cx="38101" cy="38100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443" name="MAIN POINT HERE"/>
          <p:cNvSpPr txBox="1">
            <a:spLocks noGrp="1"/>
          </p:cNvSpPr>
          <p:nvPr>
            <p:ph type="body" sz="quarter" idx="16" hasCustomPrompt="1"/>
          </p:nvPr>
        </p:nvSpPr>
        <p:spPr>
          <a:xfrm>
            <a:off x="977602" y="6858000"/>
            <a:ext cx="4187763" cy="47578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defTabSz="1172210">
              <a:lnSpc>
                <a:spcPct val="110000"/>
              </a:lnSpc>
              <a:spcBef>
                <a:spcPts val="1400"/>
              </a:spcBef>
              <a:defRPr sz="2500" b="1">
                <a:solidFill>
                  <a:srgbClr val="FFFFFF"/>
                </a:solidFill>
                <a:latin typeface="+mn-lt"/>
                <a:ea typeface="+mn-ea"/>
                <a:cs typeface="+mn-cs"/>
                <a:sym typeface="DIN Next LT Pro"/>
              </a:defRPr>
            </a:lvl1pPr>
          </a:lstStyle>
          <a:p>
            <a:r>
              <a:t>MAIN POINT HERE</a:t>
            </a:r>
          </a:p>
        </p:txBody>
      </p:sp>
      <p:sp>
        <p:nvSpPr>
          <p:cNvPr id="444" name="List starts here"/>
          <p:cNvSpPr txBox="1">
            <a:spLocks noGrp="1"/>
          </p:cNvSpPr>
          <p:nvPr>
            <p:ph type="body" sz="quarter" idx="17" hasCustomPrompt="1"/>
          </p:nvPr>
        </p:nvSpPr>
        <p:spPr>
          <a:xfrm>
            <a:off x="977602" y="7758241"/>
            <a:ext cx="4187763" cy="4565653"/>
          </a:xfrm>
          <a:prstGeom prst="rect">
            <a:avLst/>
          </a:prstGeom>
        </p:spPr>
        <p:txBody>
          <a:bodyPr lIns="0" tIns="0" rIns="0" bIns="0" anchor="t"/>
          <a:lstStyle>
            <a:lvl1pPr marL="381000" indent="-381000" algn="l" defTabSz="1172210">
              <a:lnSpc>
                <a:spcPct val="110000"/>
              </a:lnSpc>
              <a:spcBef>
                <a:spcPts val="1400"/>
              </a:spcBef>
              <a:buSzPct val="100000"/>
              <a:buAutoNum type="arabicPeriod"/>
              <a:defRPr sz="2500">
                <a:solidFill>
                  <a:srgbClr val="FFFFFF"/>
                </a:solidFill>
              </a:defRPr>
            </a:lvl1pPr>
          </a:lstStyle>
          <a:p>
            <a:r>
              <a:t>List starts here</a:t>
            </a:r>
          </a:p>
        </p:txBody>
      </p:sp>
      <p:sp>
        <p:nvSpPr>
          <p:cNvPr id="445" name="MAIN POINT HERE"/>
          <p:cNvSpPr txBox="1">
            <a:spLocks noGrp="1"/>
          </p:cNvSpPr>
          <p:nvPr>
            <p:ph type="body" sz="quarter" idx="18" hasCustomPrompt="1"/>
          </p:nvPr>
        </p:nvSpPr>
        <p:spPr>
          <a:xfrm>
            <a:off x="5549602" y="6858000"/>
            <a:ext cx="4187763" cy="47578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defTabSz="1172210">
              <a:lnSpc>
                <a:spcPct val="110000"/>
              </a:lnSpc>
              <a:spcBef>
                <a:spcPts val="1400"/>
              </a:spcBef>
              <a:defRPr sz="2500" b="1">
                <a:solidFill>
                  <a:srgbClr val="FFFFFF"/>
                </a:solidFill>
                <a:latin typeface="+mn-lt"/>
                <a:ea typeface="+mn-ea"/>
                <a:cs typeface="+mn-cs"/>
                <a:sym typeface="DIN Next LT Pro"/>
              </a:defRPr>
            </a:lvl1pPr>
          </a:lstStyle>
          <a:p>
            <a:r>
              <a:t>MAIN POINT HERE</a:t>
            </a:r>
          </a:p>
        </p:txBody>
      </p:sp>
      <p:sp>
        <p:nvSpPr>
          <p:cNvPr id="446" name="List starts here"/>
          <p:cNvSpPr txBox="1">
            <a:spLocks noGrp="1"/>
          </p:cNvSpPr>
          <p:nvPr>
            <p:ph type="body" sz="quarter" idx="19" hasCustomPrompt="1"/>
          </p:nvPr>
        </p:nvSpPr>
        <p:spPr>
          <a:xfrm>
            <a:off x="5549602" y="7758241"/>
            <a:ext cx="4187763" cy="4565653"/>
          </a:xfrm>
          <a:prstGeom prst="rect">
            <a:avLst/>
          </a:prstGeom>
        </p:spPr>
        <p:txBody>
          <a:bodyPr lIns="0" tIns="0" rIns="0" bIns="0" anchor="t"/>
          <a:lstStyle>
            <a:lvl1pPr marL="381000" indent="-381000" algn="l" defTabSz="1172210">
              <a:lnSpc>
                <a:spcPct val="110000"/>
              </a:lnSpc>
              <a:spcBef>
                <a:spcPts val="1400"/>
              </a:spcBef>
              <a:buSzPct val="100000"/>
              <a:buAutoNum type="arabicPeriod"/>
              <a:defRPr sz="2500">
                <a:solidFill>
                  <a:srgbClr val="FFFFFF"/>
                </a:solidFill>
              </a:defRPr>
            </a:lvl1pPr>
          </a:lstStyle>
          <a:p>
            <a:r>
              <a:t>List starts here</a:t>
            </a:r>
          </a:p>
        </p:txBody>
      </p:sp>
      <p:sp>
        <p:nvSpPr>
          <p:cNvPr id="447" name="MAIN POINT HERE"/>
          <p:cNvSpPr txBox="1">
            <a:spLocks noGrp="1"/>
          </p:cNvSpPr>
          <p:nvPr>
            <p:ph type="body" sz="quarter" idx="20" hasCustomPrompt="1"/>
          </p:nvPr>
        </p:nvSpPr>
        <p:spPr>
          <a:xfrm>
            <a:off x="10121602" y="6858000"/>
            <a:ext cx="4187763" cy="47578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defTabSz="1172210">
              <a:lnSpc>
                <a:spcPct val="110000"/>
              </a:lnSpc>
              <a:spcBef>
                <a:spcPts val="1400"/>
              </a:spcBef>
              <a:defRPr sz="2500" b="1">
                <a:solidFill>
                  <a:srgbClr val="FFFFFF"/>
                </a:solidFill>
                <a:latin typeface="+mn-lt"/>
                <a:ea typeface="+mn-ea"/>
                <a:cs typeface="+mn-cs"/>
                <a:sym typeface="DIN Next LT Pro"/>
              </a:defRPr>
            </a:lvl1pPr>
          </a:lstStyle>
          <a:p>
            <a:r>
              <a:t>MAIN POINT HERE</a:t>
            </a:r>
          </a:p>
        </p:txBody>
      </p:sp>
      <p:sp>
        <p:nvSpPr>
          <p:cNvPr id="448" name="List starts her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0121602" y="7758241"/>
            <a:ext cx="4187763" cy="4565653"/>
          </a:xfrm>
          <a:prstGeom prst="rect">
            <a:avLst/>
          </a:prstGeom>
        </p:spPr>
        <p:txBody>
          <a:bodyPr lIns="0" tIns="0" rIns="0" bIns="0" anchor="t"/>
          <a:lstStyle>
            <a:lvl1pPr marL="381000" indent="-381000" algn="l" defTabSz="1172210">
              <a:lnSpc>
                <a:spcPct val="110000"/>
              </a:lnSpc>
              <a:spcBef>
                <a:spcPts val="1400"/>
              </a:spcBef>
              <a:buSzPct val="100000"/>
              <a:buAutoNum type="arabicPeriod"/>
              <a:defRPr sz="2500">
                <a:solidFill>
                  <a:srgbClr val="FFFFFF"/>
                </a:solidFill>
              </a:defRPr>
            </a:lvl1pPr>
          </a:lstStyle>
          <a:p>
            <a:r>
              <a:t>List starts here</a:t>
            </a:r>
          </a:p>
        </p:txBody>
      </p:sp>
      <p:sp>
        <p:nvSpPr>
          <p:cNvPr id="449" name="MAIN POINT HERE"/>
          <p:cNvSpPr txBox="1">
            <a:spLocks noGrp="1"/>
          </p:cNvSpPr>
          <p:nvPr>
            <p:ph type="body" sz="quarter" idx="22" hasCustomPrompt="1"/>
          </p:nvPr>
        </p:nvSpPr>
        <p:spPr>
          <a:xfrm>
            <a:off x="14693602" y="6858000"/>
            <a:ext cx="4187763" cy="47578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defTabSz="1172210">
              <a:lnSpc>
                <a:spcPct val="110000"/>
              </a:lnSpc>
              <a:spcBef>
                <a:spcPts val="1400"/>
              </a:spcBef>
              <a:defRPr sz="2500" b="1">
                <a:solidFill>
                  <a:srgbClr val="FFFFFF"/>
                </a:solidFill>
                <a:latin typeface="+mn-lt"/>
                <a:ea typeface="+mn-ea"/>
                <a:cs typeface="+mn-cs"/>
                <a:sym typeface="DIN Next LT Pro"/>
              </a:defRPr>
            </a:lvl1pPr>
          </a:lstStyle>
          <a:p>
            <a:r>
              <a:t>MAIN POINT HERE</a:t>
            </a:r>
          </a:p>
        </p:txBody>
      </p:sp>
      <p:sp>
        <p:nvSpPr>
          <p:cNvPr id="450" name="List starts here"/>
          <p:cNvSpPr txBox="1">
            <a:spLocks noGrp="1"/>
          </p:cNvSpPr>
          <p:nvPr>
            <p:ph type="body" sz="quarter" idx="23" hasCustomPrompt="1"/>
          </p:nvPr>
        </p:nvSpPr>
        <p:spPr>
          <a:xfrm>
            <a:off x="14693602" y="7758241"/>
            <a:ext cx="4187763" cy="4565653"/>
          </a:xfrm>
          <a:prstGeom prst="rect">
            <a:avLst/>
          </a:prstGeom>
        </p:spPr>
        <p:txBody>
          <a:bodyPr lIns="0" tIns="0" rIns="0" bIns="0" anchor="t"/>
          <a:lstStyle>
            <a:lvl1pPr marL="381000" indent="-381000" algn="l" defTabSz="1172210">
              <a:lnSpc>
                <a:spcPct val="110000"/>
              </a:lnSpc>
              <a:spcBef>
                <a:spcPts val="1400"/>
              </a:spcBef>
              <a:buSzPct val="100000"/>
              <a:buAutoNum type="arabicPeriod"/>
              <a:defRPr sz="2500">
                <a:solidFill>
                  <a:srgbClr val="FFFFFF"/>
                </a:solidFill>
              </a:defRPr>
            </a:lvl1pPr>
          </a:lstStyle>
          <a:p>
            <a:r>
              <a:t>List starts here</a:t>
            </a:r>
          </a:p>
        </p:txBody>
      </p:sp>
      <p:sp>
        <p:nvSpPr>
          <p:cNvPr id="451" name="MAIN POINT HERE"/>
          <p:cNvSpPr txBox="1">
            <a:spLocks noGrp="1"/>
          </p:cNvSpPr>
          <p:nvPr>
            <p:ph type="body" sz="quarter" idx="24" hasCustomPrompt="1"/>
          </p:nvPr>
        </p:nvSpPr>
        <p:spPr>
          <a:xfrm>
            <a:off x="19265602" y="6858000"/>
            <a:ext cx="4187763" cy="47578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defTabSz="1172210">
              <a:lnSpc>
                <a:spcPct val="110000"/>
              </a:lnSpc>
              <a:spcBef>
                <a:spcPts val="1400"/>
              </a:spcBef>
              <a:defRPr sz="2500" b="1">
                <a:solidFill>
                  <a:srgbClr val="FFFFFF"/>
                </a:solidFill>
                <a:latin typeface="+mn-lt"/>
                <a:ea typeface="+mn-ea"/>
                <a:cs typeface="+mn-cs"/>
                <a:sym typeface="DIN Next LT Pro"/>
              </a:defRPr>
            </a:lvl1pPr>
          </a:lstStyle>
          <a:p>
            <a:r>
              <a:t>MAIN POINT HERE</a:t>
            </a:r>
          </a:p>
        </p:txBody>
      </p:sp>
      <p:sp>
        <p:nvSpPr>
          <p:cNvPr id="452" name="List starts here"/>
          <p:cNvSpPr txBox="1">
            <a:spLocks noGrp="1"/>
          </p:cNvSpPr>
          <p:nvPr>
            <p:ph type="body" sz="quarter" idx="25" hasCustomPrompt="1"/>
          </p:nvPr>
        </p:nvSpPr>
        <p:spPr>
          <a:xfrm>
            <a:off x="19265602" y="7758241"/>
            <a:ext cx="4187763" cy="4565653"/>
          </a:xfrm>
          <a:prstGeom prst="rect">
            <a:avLst/>
          </a:prstGeom>
        </p:spPr>
        <p:txBody>
          <a:bodyPr lIns="0" tIns="0" rIns="0" bIns="0" anchor="t"/>
          <a:lstStyle>
            <a:lvl1pPr marL="381000" indent="-381000" algn="l" defTabSz="1172210">
              <a:lnSpc>
                <a:spcPct val="110000"/>
              </a:lnSpc>
              <a:spcBef>
                <a:spcPts val="1400"/>
              </a:spcBef>
              <a:buSzPct val="100000"/>
              <a:buAutoNum type="arabicPeriod"/>
              <a:defRPr sz="2500">
                <a:solidFill>
                  <a:srgbClr val="FFFFFF"/>
                </a:solidFill>
              </a:defRPr>
            </a:lvl1pPr>
          </a:lstStyle>
          <a:p>
            <a:r>
              <a:t>List starts here</a:t>
            </a:r>
          </a:p>
        </p:txBody>
      </p:sp>
      <p:sp>
        <p:nvSpPr>
          <p:cNvPr id="453" name="SUBTITLE"/>
          <p:cNvSpPr txBox="1">
            <a:spLocks noGrp="1"/>
          </p:cNvSpPr>
          <p:nvPr>
            <p:ph type="body" sz="quarter" idx="26" hasCustomPrompt="1"/>
          </p:nvPr>
        </p:nvSpPr>
        <p:spPr>
          <a:xfrm>
            <a:off x="9281732" y="936698"/>
            <a:ext cx="5820535" cy="539280"/>
          </a:xfrm>
          <a:prstGeom prst="rect">
            <a:avLst/>
          </a:prstGeom>
        </p:spPr>
        <p:txBody>
          <a:bodyPr lIns="117239" tIns="117239" rIns="117239" bIns="117239">
            <a:spAutoFit/>
          </a:bodyPr>
          <a:lstStyle>
            <a:lvl1pPr defTabSz="1172210">
              <a:defRPr sz="2000" cap="none">
                <a:solidFill>
                  <a:srgbClr val="FFFFF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SUBTITLE</a:t>
            </a:r>
          </a:p>
        </p:txBody>
      </p:sp>
    </p:spTree>
  </p:cSld>
  <p:clrMapOvr>
    <a:masterClrMapping/>
  </p:clrMapOvr>
  <p:transition spd="med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ext&amp;Image_Posi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MAIN POINT"/>
          <p:cNvSpPr txBox="1">
            <a:spLocks noGrp="1"/>
          </p:cNvSpPr>
          <p:nvPr>
            <p:ph type="body" sz="quarter" idx="13" hasCustomPrompt="1"/>
          </p:nvPr>
        </p:nvSpPr>
        <p:spPr>
          <a:xfrm>
            <a:off x="766952" y="4199053"/>
            <a:ext cx="11429671" cy="64770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indent="254000" algn="l" defTabSz="1172210">
              <a:defRPr sz="5000" b="1">
                <a:latin typeface="+mn-lt"/>
                <a:ea typeface="+mn-ea"/>
                <a:cs typeface="+mn-cs"/>
                <a:sym typeface="DIN Next LT Pro"/>
              </a:defRPr>
            </a:lvl1pPr>
          </a:lstStyle>
          <a:p>
            <a:r>
              <a:t>MAIN POINT</a:t>
            </a:r>
          </a:p>
        </p:txBody>
      </p:sp>
      <p:pic>
        <p:nvPicPr>
          <p:cNvPr id="466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467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468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63115" y="224144"/>
            <a:ext cx="316036" cy="320041"/>
          </a:xfrm>
          <a:prstGeom prst="rect">
            <a:avLst/>
          </a:prstGeom>
        </p:spPr>
        <p:txBody>
          <a:bodyPr wrap="none"/>
          <a:lstStyle>
            <a:lvl1pPr>
              <a:defRPr sz="1500"/>
            </a:lvl1pPr>
          </a:lstStyle>
          <a:p>
            <a:fld id="{86CB4B4D-7CA3-9044-876B-883B54F8677D}" type="slidenum">
              <a:rPr/>
              <a:t>‹#›</a:t>
            </a:fld>
            <a:endParaRPr/>
          </a:p>
        </p:txBody>
      </p:sp>
      <p:pic>
        <p:nvPicPr>
          <p:cNvPr id="469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470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471" name="Title Text"/>
          <p:cNvSpPr txBox="1">
            <a:spLocks noGrp="1"/>
          </p:cNvSpPr>
          <p:nvPr>
            <p:ph type="body" sz="quarter" idx="14" hasCustomPrompt="1"/>
          </p:nvPr>
        </p:nvSpPr>
        <p:spPr>
          <a:xfrm>
            <a:off x="945770" y="930347"/>
            <a:ext cx="5820535" cy="577381"/>
          </a:xfrm>
          <a:prstGeom prst="rect">
            <a:avLst/>
          </a:prstGeom>
        </p:spPr>
        <p:txBody>
          <a:bodyPr>
            <a:normAutofit/>
          </a:bodyPr>
          <a:lstStyle>
            <a:lvl1pPr algn="l"/>
          </a:lstStyle>
          <a:p>
            <a:r>
              <a:t>Title Text</a:t>
            </a:r>
          </a:p>
        </p:txBody>
      </p:sp>
      <p:sp>
        <p:nvSpPr>
          <p:cNvPr id="472" name="Rectangle"/>
          <p:cNvSpPr/>
          <p:nvPr/>
        </p:nvSpPr>
        <p:spPr>
          <a:xfrm rot="16200000">
            <a:off x="1157287" y="1315956"/>
            <a:ext cx="38101" cy="381001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473" name="Text in one column here"/>
          <p:cNvSpPr txBox="1">
            <a:spLocks noGrp="1"/>
          </p:cNvSpPr>
          <p:nvPr>
            <p:ph type="body" sz="quarter" idx="15" hasCustomPrompt="1"/>
          </p:nvPr>
        </p:nvSpPr>
        <p:spPr>
          <a:xfrm>
            <a:off x="765175" y="7321586"/>
            <a:ext cx="11433225" cy="5630779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indent="254000" algn="l">
              <a:spcBef>
                <a:spcPts val="3500"/>
              </a:spcBef>
              <a:defRPr sz="2500" cap="none"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Text in one column here</a:t>
            </a:r>
          </a:p>
        </p:txBody>
      </p:sp>
      <p:sp>
        <p:nvSpPr>
          <p:cNvPr id="474" name="Rectangle"/>
          <p:cNvSpPr/>
          <p:nvPr/>
        </p:nvSpPr>
        <p:spPr>
          <a:xfrm rot="16200000">
            <a:off x="1298575" y="6477000"/>
            <a:ext cx="127000" cy="762000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333333"/>
                </a:solidFill>
              </a:defRPr>
            </a:pPr>
            <a:endParaRPr/>
          </a:p>
        </p:txBody>
      </p:sp>
      <p:sp>
        <p:nvSpPr>
          <p:cNvPr id="475" name="Image"/>
          <p:cNvSpPr>
            <a:spLocks noGrp="1"/>
          </p:cNvSpPr>
          <p:nvPr>
            <p:ph type="pic" idx="16"/>
          </p:nvPr>
        </p:nvSpPr>
        <p:spPr>
          <a:xfrm>
            <a:off x="12193058" y="762000"/>
            <a:ext cx="11430001" cy="12192000"/>
          </a:xfrm>
          <a:prstGeom prst="rect">
            <a:avLst/>
          </a:prstGeom>
        </p:spPr>
        <p:txBody>
          <a:bodyPr lIns="91439" rIns="91439" anchor="t"/>
          <a:lstStyle/>
          <a:p>
            <a:endParaRPr/>
          </a:p>
        </p:txBody>
      </p:sp>
    </p:spTree>
  </p:cSld>
  <p:clrMapOvr>
    <a:masterClrMapping/>
  </p:clrMapOvr>
  <p:transition spd="med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OUTLINE 1_Text&amp;Image_Posi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Placeholder 2"/>
          <p:cNvSpPr>
            <a:spLocks noGrp="1"/>
          </p:cNvSpPr>
          <p:nvPr>
            <p:ph type="body" sz="quarter" idx="17"/>
          </p:nvPr>
        </p:nvSpPr>
        <p:spPr>
          <a:xfrm>
            <a:off x="766953" y="7321586"/>
            <a:ext cx="11425048" cy="5630779"/>
          </a:xfrm>
        </p:spPr>
        <p:txBody>
          <a:bodyPr anchor="t" anchorCtr="0"/>
          <a:lstStyle>
            <a:lvl1pPr marL="457200" indent="-457200" algn="l">
              <a:buFont typeface="Arial" panose="020B0604020202020204" pitchFamily="34" charset="0"/>
              <a:buChar char="•"/>
              <a:defRPr sz="3600" cap="none" baseline="0"/>
            </a:lvl1pPr>
            <a:lvl2pPr marL="914400" indent="-457200" algn="l">
              <a:buFont typeface="Arial" panose="020B0604020202020204" pitchFamily="34" charset="0"/>
              <a:buChar char="•"/>
              <a:defRPr cap="none" baseline="0"/>
            </a:lvl2pPr>
            <a:lvl3pPr marL="1371600" indent="-457200" algn="l">
              <a:buFont typeface="Arial" panose="020B0604020202020204" pitchFamily="34" charset="0"/>
              <a:buChar char="•"/>
              <a:defRPr cap="none" baseline="0"/>
            </a:lvl3pPr>
            <a:lvl4pPr marL="1828800" indent="-457200" algn="l">
              <a:buFont typeface="Arial" panose="020B0604020202020204" pitchFamily="34" charset="0"/>
              <a:buChar char="•"/>
              <a:defRPr cap="none" baseline="0"/>
            </a:lvl4pPr>
            <a:lvl5pPr marL="2286000" indent="-457200" algn="l">
              <a:buFont typeface="Arial" panose="020B0604020202020204" pitchFamily="34" charset="0"/>
              <a:buChar char="•"/>
              <a:defRPr cap="none" baseline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fi-FI" dirty="0"/>
          </a:p>
        </p:txBody>
      </p:sp>
      <p:sp>
        <p:nvSpPr>
          <p:cNvPr id="465" name="MAIN POINT"/>
          <p:cNvSpPr txBox="1">
            <a:spLocks noGrp="1"/>
          </p:cNvSpPr>
          <p:nvPr>
            <p:ph type="body" sz="quarter" idx="13" hasCustomPrompt="1"/>
          </p:nvPr>
        </p:nvSpPr>
        <p:spPr>
          <a:xfrm>
            <a:off x="766952" y="4199053"/>
            <a:ext cx="11429671" cy="64770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indent="254000" algn="l" defTabSz="1172210">
              <a:defRPr sz="5000" b="1">
                <a:latin typeface="+mn-lt"/>
                <a:ea typeface="+mn-ea"/>
                <a:cs typeface="+mn-cs"/>
                <a:sym typeface="DIN Next LT Pro"/>
              </a:defRPr>
            </a:lvl1pPr>
          </a:lstStyle>
          <a:p>
            <a:r>
              <a:t>MAIN POINT</a:t>
            </a:r>
          </a:p>
        </p:txBody>
      </p:sp>
      <p:pic>
        <p:nvPicPr>
          <p:cNvPr id="466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467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468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63115" y="224144"/>
            <a:ext cx="316036" cy="320041"/>
          </a:xfrm>
          <a:prstGeom prst="rect">
            <a:avLst/>
          </a:prstGeom>
        </p:spPr>
        <p:txBody>
          <a:bodyPr wrap="none"/>
          <a:lstStyle>
            <a:lvl1pPr>
              <a:defRPr sz="1500"/>
            </a:lvl1pPr>
          </a:lstStyle>
          <a:p>
            <a:fld id="{86CB4B4D-7CA3-9044-876B-883B54F8677D}" type="slidenum">
              <a:rPr/>
              <a:t>‹#›</a:t>
            </a:fld>
            <a:endParaRPr/>
          </a:p>
        </p:txBody>
      </p:sp>
      <p:pic>
        <p:nvPicPr>
          <p:cNvPr id="469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470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471" name="Title Text"/>
          <p:cNvSpPr txBox="1">
            <a:spLocks noGrp="1"/>
          </p:cNvSpPr>
          <p:nvPr>
            <p:ph type="body" sz="quarter" idx="14" hasCustomPrompt="1"/>
          </p:nvPr>
        </p:nvSpPr>
        <p:spPr>
          <a:xfrm>
            <a:off x="945770" y="930347"/>
            <a:ext cx="5820535" cy="577381"/>
          </a:xfrm>
          <a:prstGeom prst="rect">
            <a:avLst/>
          </a:prstGeom>
        </p:spPr>
        <p:txBody>
          <a:bodyPr>
            <a:normAutofit/>
          </a:bodyPr>
          <a:lstStyle>
            <a:lvl1pPr algn="l"/>
          </a:lstStyle>
          <a:p>
            <a:r>
              <a:t>Title Text</a:t>
            </a:r>
          </a:p>
        </p:txBody>
      </p:sp>
      <p:sp>
        <p:nvSpPr>
          <p:cNvPr id="472" name="Rectangle"/>
          <p:cNvSpPr/>
          <p:nvPr/>
        </p:nvSpPr>
        <p:spPr>
          <a:xfrm rot="16200000">
            <a:off x="1157287" y="1315956"/>
            <a:ext cx="38101" cy="381001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474" name="Rectangle"/>
          <p:cNvSpPr/>
          <p:nvPr/>
        </p:nvSpPr>
        <p:spPr>
          <a:xfrm rot="16200000">
            <a:off x="1298575" y="6477000"/>
            <a:ext cx="127000" cy="762000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333333"/>
                </a:solidFill>
              </a:defRPr>
            </a:pPr>
            <a:endParaRPr/>
          </a:p>
        </p:txBody>
      </p:sp>
      <p:sp>
        <p:nvSpPr>
          <p:cNvPr id="475" name="Image"/>
          <p:cNvSpPr>
            <a:spLocks noGrp="1"/>
          </p:cNvSpPr>
          <p:nvPr>
            <p:ph type="pic" idx="16"/>
          </p:nvPr>
        </p:nvSpPr>
        <p:spPr>
          <a:xfrm>
            <a:off x="12193058" y="762000"/>
            <a:ext cx="11430001" cy="12192000"/>
          </a:xfrm>
          <a:prstGeom prst="rect">
            <a:avLst/>
          </a:prstGeom>
        </p:spPr>
        <p:txBody>
          <a:bodyPr lIns="91439" rIns="91439" anchor="t"/>
          <a:lstStyle/>
          <a:p>
            <a:endParaRPr/>
          </a:p>
        </p:txBody>
      </p:sp>
    </p:spTree>
  </p:cSld>
  <p:clrMapOvr>
    <a:masterClrMapping/>
  </p:clrMapOvr>
  <p:transition spd="med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ext&amp;Image_Negativ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MAIN POINT"/>
          <p:cNvSpPr txBox="1">
            <a:spLocks noGrp="1"/>
          </p:cNvSpPr>
          <p:nvPr>
            <p:ph type="body" sz="quarter" idx="13" hasCustomPrompt="1"/>
          </p:nvPr>
        </p:nvSpPr>
        <p:spPr>
          <a:xfrm>
            <a:off x="766952" y="4199053"/>
            <a:ext cx="11429671" cy="64770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indent="254000" algn="l" defTabSz="1172210">
              <a:defRPr sz="5000" b="1">
                <a:solidFill>
                  <a:srgbClr val="FFFFFF"/>
                </a:solidFill>
                <a:latin typeface="+mn-lt"/>
                <a:ea typeface="+mn-ea"/>
                <a:cs typeface="+mn-cs"/>
                <a:sym typeface="DIN Next LT Pro"/>
              </a:defRPr>
            </a:lvl1pPr>
          </a:lstStyle>
          <a:p>
            <a:r>
              <a:t>MAIN POINT</a:t>
            </a:r>
          </a:p>
        </p:txBody>
      </p:sp>
      <p:pic>
        <p:nvPicPr>
          <p:cNvPr id="483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484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48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63115" y="224144"/>
            <a:ext cx="316036" cy="320041"/>
          </a:xfrm>
          <a:prstGeom prst="rect">
            <a:avLst/>
          </a:prstGeom>
        </p:spPr>
        <p:txBody>
          <a:bodyPr wrap="none"/>
          <a:lstStyle>
            <a:lvl1pPr>
              <a:defRPr sz="1500"/>
            </a:lvl1pPr>
          </a:lstStyle>
          <a:p>
            <a:fld id="{86CB4B4D-7CA3-9044-876B-883B54F8677D}" type="slidenum">
              <a:rPr/>
              <a:t>‹#›</a:t>
            </a:fld>
            <a:endParaRPr/>
          </a:p>
        </p:txBody>
      </p:sp>
      <p:sp>
        <p:nvSpPr>
          <p:cNvPr id="486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487" name="Title Text"/>
          <p:cNvSpPr txBox="1">
            <a:spLocks noGrp="1"/>
          </p:cNvSpPr>
          <p:nvPr>
            <p:ph type="body" sz="quarter" idx="14" hasCustomPrompt="1"/>
          </p:nvPr>
        </p:nvSpPr>
        <p:spPr>
          <a:xfrm>
            <a:off x="945770" y="930347"/>
            <a:ext cx="5820535" cy="577381"/>
          </a:xfrm>
          <a:prstGeom prst="rect">
            <a:avLst/>
          </a:prstGeom>
        </p:spPr>
        <p:txBody>
          <a:bodyPr>
            <a:normAutofit/>
          </a:bodyPr>
          <a:lstStyle>
            <a:lvl1pPr algn="l">
              <a:defRPr>
                <a:solidFill>
                  <a:srgbClr val="FFFFFF"/>
                </a:solidFill>
              </a:defRPr>
            </a:lvl1pPr>
          </a:lstStyle>
          <a:p>
            <a:r>
              <a:t>Title Text</a:t>
            </a:r>
          </a:p>
        </p:txBody>
      </p:sp>
      <p:sp>
        <p:nvSpPr>
          <p:cNvPr id="488" name="Rectangle"/>
          <p:cNvSpPr/>
          <p:nvPr/>
        </p:nvSpPr>
        <p:spPr>
          <a:xfrm rot="16200000">
            <a:off x="1157287" y="1315956"/>
            <a:ext cx="38101" cy="38100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489" name="Text in one column here"/>
          <p:cNvSpPr txBox="1">
            <a:spLocks noGrp="1"/>
          </p:cNvSpPr>
          <p:nvPr>
            <p:ph type="body" sz="quarter" idx="15" hasCustomPrompt="1"/>
          </p:nvPr>
        </p:nvSpPr>
        <p:spPr>
          <a:xfrm>
            <a:off x="765175" y="7321586"/>
            <a:ext cx="11433225" cy="5630779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indent="254000" algn="l">
              <a:spcBef>
                <a:spcPts val="3500"/>
              </a:spcBef>
              <a:defRPr sz="2500" cap="none">
                <a:solidFill>
                  <a:srgbClr val="FFFFF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Text in one column here</a:t>
            </a:r>
          </a:p>
        </p:txBody>
      </p:sp>
      <p:sp>
        <p:nvSpPr>
          <p:cNvPr id="490" name="Rectangle"/>
          <p:cNvSpPr/>
          <p:nvPr/>
        </p:nvSpPr>
        <p:spPr>
          <a:xfrm rot="16200000">
            <a:off x="1298575" y="6477000"/>
            <a:ext cx="127000" cy="762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333333"/>
                </a:solidFill>
              </a:defRPr>
            </a:pPr>
            <a:endParaRPr/>
          </a:p>
        </p:txBody>
      </p:sp>
      <p:sp>
        <p:nvSpPr>
          <p:cNvPr id="491" name="Image"/>
          <p:cNvSpPr>
            <a:spLocks noGrp="1"/>
          </p:cNvSpPr>
          <p:nvPr>
            <p:ph type="pic" idx="16"/>
          </p:nvPr>
        </p:nvSpPr>
        <p:spPr>
          <a:xfrm>
            <a:off x="12193058" y="762000"/>
            <a:ext cx="11430001" cy="12192000"/>
          </a:xfrm>
          <a:prstGeom prst="rect">
            <a:avLst/>
          </a:prstGeom>
        </p:spPr>
        <p:txBody>
          <a:bodyPr lIns="91439" rIns="91439" anchor="t"/>
          <a:lstStyle/>
          <a:p>
            <a:endParaRPr/>
          </a:p>
        </p:txBody>
      </p:sp>
      <p:pic>
        <p:nvPicPr>
          <p:cNvPr id="492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</p:spTree>
  </p:cSld>
  <p:clrMapOvr>
    <a:masterClrMapping/>
  </p:clrMapOvr>
  <p:transition spd="med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ext&amp;Image_Frame_Positiv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Rectangle"/>
          <p:cNvSpPr>
            <a:spLocks noGrp="1"/>
          </p:cNvSpPr>
          <p:nvPr>
            <p:ph type="body" idx="13"/>
          </p:nvPr>
        </p:nvSpPr>
        <p:spPr>
          <a:xfrm>
            <a:off x="772203" y="771110"/>
            <a:ext cx="22855468" cy="12192001"/>
          </a:xfrm>
          <a:prstGeom prst="rect">
            <a:avLst/>
          </a:prstGeom>
          <a:solidFill>
            <a:srgbClr val="F3F3F3"/>
          </a:solidFill>
        </p:spPr>
        <p:txBody>
          <a:bodyPr lIns="50800" tIns="50800" rIns="50800" bIns="50800"/>
          <a:lstStyle/>
          <a:p>
            <a:pPr defTabSz="1172210">
              <a:defRPr sz="4600" cap="none">
                <a:solidFill>
                  <a:srgbClr val="333333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/>
          </a:p>
        </p:txBody>
      </p:sp>
      <p:sp>
        <p:nvSpPr>
          <p:cNvPr id="500" name="MAIN POINT"/>
          <p:cNvSpPr txBox="1">
            <a:spLocks noGrp="1"/>
          </p:cNvSpPr>
          <p:nvPr>
            <p:ph type="body" sz="quarter" idx="14" hasCustomPrompt="1"/>
          </p:nvPr>
        </p:nvSpPr>
        <p:spPr>
          <a:xfrm>
            <a:off x="766952" y="4199053"/>
            <a:ext cx="11429671" cy="64770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indent="254000" algn="l" defTabSz="1172210">
              <a:defRPr sz="5000" b="1">
                <a:latin typeface="+mn-lt"/>
                <a:ea typeface="+mn-ea"/>
                <a:cs typeface="+mn-cs"/>
                <a:sym typeface="DIN Next LT Pro"/>
              </a:defRPr>
            </a:lvl1pPr>
          </a:lstStyle>
          <a:p>
            <a:r>
              <a:t>MAIN POINT</a:t>
            </a:r>
          </a:p>
        </p:txBody>
      </p:sp>
      <p:pic>
        <p:nvPicPr>
          <p:cNvPr id="501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502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50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63115" y="224144"/>
            <a:ext cx="316036" cy="320041"/>
          </a:xfrm>
          <a:prstGeom prst="rect">
            <a:avLst/>
          </a:prstGeom>
        </p:spPr>
        <p:txBody>
          <a:bodyPr wrap="none"/>
          <a:lstStyle>
            <a:lvl1pPr>
              <a:defRPr sz="1500"/>
            </a:lvl1pPr>
          </a:lstStyle>
          <a:p>
            <a:fld id="{86CB4B4D-7CA3-9044-876B-883B54F8677D}" type="slidenum">
              <a:rPr/>
              <a:t>‹#›</a:t>
            </a:fld>
            <a:endParaRPr/>
          </a:p>
        </p:txBody>
      </p:sp>
      <p:pic>
        <p:nvPicPr>
          <p:cNvPr id="504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505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506" name="Title Text"/>
          <p:cNvSpPr txBox="1">
            <a:spLocks noGrp="1"/>
          </p:cNvSpPr>
          <p:nvPr>
            <p:ph type="body" sz="quarter" idx="15" hasCustomPrompt="1"/>
          </p:nvPr>
        </p:nvSpPr>
        <p:spPr>
          <a:xfrm>
            <a:off x="945770" y="930347"/>
            <a:ext cx="5820535" cy="577381"/>
          </a:xfrm>
          <a:prstGeom prst="rect">
            <a:avLst/>
          </a:prstGeom>
        </p:spPr>
        <p:txBody>
          <a:bodyPr>
            <a:normAutofit/>
          </a:bodyPr>
          <a:lstStyle>
            <a:lvl1pPr algn="l"/>
          </a:lstStyle>
          <a:p>
            <a:r>
              <a:t>Title Text</a:t>
            </a:r>
          </a:p>
        </p:txBody>
      </p:sp>
      <p:sp>
        <p:nvSpPr>
          <p:cNvPr id="507" name="Rectangle"/>
          <p:cNvSpPr/>
          <p:nvPr/>
        </p:nvSpPr>
        <p:spPr>
          <a:xfrm rot="16200000">
            <a:off x="1157287" y="1315956"/>
            <a:ext cx="38101" cy="381001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508" name="Text in one column here"/>
          <p:cNvSpPr txBox="1">
            <a:spLocks noGrp="1"/>
          </p:cNvSpPr>
          <p:nvPr>
            <p:ph type="body" sz="quarter" idx="16" hasCustomPrompt="1"/>
          </p:nvPr>
        </p:nvSpPr>
        <p:spPr>
          <a:xfrm>
            <a:off x="765175" y="7321586"/>
            <a:ext cx="11433225" cy="5630779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indent="254000" algn="l">
              <a:spcBef>
                <a:spcPts val="3500"/>
              </a:spcBef>
              <a:defRPr sz="2500" cap="none"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Text in one column here</a:t>
            </a:r>
          </a:p>
        </p:txBody>
      </p:sp>
      <p:sp>
        <p:nvSpPr>
          <p:cNvPr id="509" name="Rectangle"/>
          <p:cNvSpPr/>
          <p:nvPr/>
        </p:nvSpPr>
        <p:spPr>
          <a:xfrm rot="16200000">
            <a:off x="1298575" y="6477000"/>
            <a:ext cx="127000" cy="762000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333333"/>
                </a:solidFill>
              </a:defRPr>
            </a:pPr>
            <a:endParaRPr/>
          </a:p>
        </p:txBody>
      </p:sp>
      <p:sp>
        <p:nvSpPr>
          <p:cNvPr id="510" name="Image"/>
          <p:cNvSpPr>
            <a:spLocks noGrp="1"/>
          </p:cNvSpPr>
          <p:nvPr>
            <p:ph type="pic" idx="17"/>
          </p:nvPr>
        </p:nvSpPr>
        <p:spPr>
          <a:xfrm>
            <a:off x="12193058" y="762000"/>
            <a:ext cx="11430001" cy="12192000"/>
          </a:xfrm>
          <a:prstGeom prst="rect">
            <a:avLst/>
          </a:prstGeom>
        </p:spPr>
        <p:txBody>
          <a:bodyPr lIns="91439" rIns="91439" anchor="t"/>
          <a:lstStyle/>
          <a:p>
            <a:endParaRPr/>
          </a:p>
        </p:txBody>
      </p:sp>
    </p:spTree>
  </p:cSld>
  <p:clrMapOvr>
    <a:masterClrMapping/>
  </p:clrMapOvr>
  <p:transition spd="med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ext&amp;Image_Frame_Neg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7" name="Rectangle"/>
          <p:cNvSpPr>
            <a:spLocks noGrp="1"/>
          </p:cNvSpPr>
          <p:nvPr>
            <p:ph type="body" idx="13"/>
          </p:nvPr>
        </p:nvSpPr>
        <p:spPr>
          <a:xfrm>
            <a:off x="772203" y="771110"/>
            <a:ext cx="22855468" cy="12192001"/>
          </a:xfrm>
          <a:prstGeom prst="rect">
            <a:avLst/>
          </a:prstGeom>
          <a:solidFill>
            <a:srgbClr val="000000"/>
          </a:solidFill>
        </p:spPr>
        <p:txBody>
          <a:bodyPr lIns="50800" tIns="50800" rIns="50800" bIns="50800"/>
          <a:lstStyle/>
          <a:p>
            <a:pPr defTabSz="1172210">
              <a:defRPr sz="4600" cap="none">
                <a:solidFill>
                  <a:srgbClr val="FFFFFF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/>
          </a:p>
        </p:txBody>
      </p:sp>
      <p:sp>
        <p:nvSpPr>
          <p:cNvPr id="518" name="MAIN POINT"/>
          <p:cNvSpPr txBox="1">
            <a:spLocks noGrp="1"/>
          </p:cNvSpPr>
          <p:nvPr>
            <p:ph type="body" sz="quarter" idx="14" hasCustomPrompt="1"/>
          </p:nvPr>
        </p:nvSpPr>
        <p:spPr>
          <a:xfrm>
            <a:off x="766952" y="4199053"/>
            <a:ext cx="11429671" cy="64770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indent="254000" algn="l" defTabSz="1172210">
              <a:defRPr sz="5000" b="1">
                <a:solidFill>
                  <a:srgbClr val="FFFFFF"/>
                </a:solidFill>
                <a:latin typeface="+mn-lt"/>
                <a:ea typeface="+mn-ea"/>
                <a:cs typeface="+mn-cs"/>
                <a:sym typeface="DIN Next LT Pro"/>
              </a:defRPr>
            </a:lvl1pPr>
          </a:lstStyle>
          <a:p>
            <a:r>
              <a:t>MAIN POINT</a:t>
            </a:r>
          </a:p>
        </p:txBody>
      </p:sp>
      <p:pic>
        <p:nvPicPr>
          <p:cNvPr id="519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520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52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63115" y="224144"/>
            <a:ext cx="316036" cy="320041"/>
          </a:xfrm>
          <a:prstGeom prst="rect">
            <a:avLst/>
          </a:prstGeom>
        </p:spPr>
        <p:txBody>
          <a:bodyPr wrap="none"/>
          <a:lstStyle>
            <a:lvl1pPr>
              <a:defRPr sz="1500"/>
            </a:lvl1pPr>
          </a:lstStyle>
          <a:p>
            <a:fld id="{86CB4B4D-7CA3-9044-876B-883B54F8677D}" type="slidenum">
              <a:rPr/>
              <a:t>‹#›</a:t>
            </a:fld>
            <a:endParaRPr/>
          </a:p>
        </p:txBody>
      </p:sp>
      <p:pic>
        <p:nvPicPr>
          <p:cNvPr id="522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523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524" name="Title Text"/>
          <p:cNvSpPr txBox="1">
            <a:spLocks noGrp="1"/>
          </p:cNvSpPr>
          <p:nvPr>
            <p:ph type="body" sz="quarter" idx="15" hasCustomPrompt="1"/>
          </p:nvPr>
        </p:nvSpPr>
        <p:spPr>
          <a:xfrm>
            <a:off x="945770" y="930347"/>
            <a:ext cx="5820535" cy="577381"/>
          </a:xfrm>
          <a:prstGeom prst="rect">
            <a:avLst/>
          </a:prstGeom>
        </p:spPr>
        <p:txBody>
          <a:bodyPr>
            <a:normAutofit/>
          </a:bodyPr>
          <a:lstStyle>
            <a:lvl1pPr algn="l">
              <a:defRPr>
                <a:solidFill>
                  <a:srgbClr val="FFFFFF"/>
                </a:solidFill>
              </a:defRPr>
            </a:lvl1pPr>
          </a:lstStyle>
          <a:p>
            <a:r>
              <a:t>Title Text</a:t>
            </a:r>
          </a:p>
        </p:txBody>
      </p:sp>
      <p:sp>
        <p:nvSpPr>
          <p:cNvPr id="525" name="Rectangle"/>
          <p:cNvSpPr/>
          <p:nvPr/>
        </p:nvSpPr>
        <p:spPr>
          <a:xfrm rot="16200000">
            <a:off x="1157287" y="1315956"/>
            <a:ext cx="38101" cy="38100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526" name="Text in one column here"/>
          <p:cNvSpPr txBox="1">
            <a:spLocks noGrp="1"/>
          </p:cNvSpPr>
          <p:nvPr>
            <p:ph type="body" sz="quarter" idx="16" hasCustomPrompt="1"/>
          </p:nvPr>
        </p:nvSpPr>
        <p:spPr>
          <a:xfrm>
            <a:off x="765175" y="7321586"/>
            <a:ext cx="11433225" cy="5630779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indent="254000" algn="l">
              <a:spcBef>
                <a:spcPts val="3500"/>
              </a:spcBef>
              <a:defRPr sz="2500" cap="none">
                <a:solidFill>
                  <a:srgbClr val="FFFFF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Text in one column here</a:t>
            </a:r>
          </a:p>
        </p:txBody>
      </p:sp>
      <p:sp>
        <p:nvSpPr>
          <p:cNvPr id="527" name="Rectangle"/>
          <p:cNvSpPr/>
          <p:nvPr/>
        </p:nvSpPr>
        <p:spPr>
          <a:xfrm rot="16200000">
            <a:off x="1298575" y="6477000"/>
            <a:ext cx="127000" cy="762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333333"/>
                </a:solidFill>
              </a:defRPr>
            </a:pPr>
            <a:endParaRPr/>
          </a:p>
        </p:txBody>
      </p:sp>
      <p:sp>
        <p:nvSpPr>
          <p:cNvPr id="528" name="Image"/>
          <p:cNvSpPr>
            <a:spLocks noGrp="1"/>
          </p:cNvSpPr>
          <p:nvPr>
            <p:ph type="pic" idx="17"/>
          </p:nvPr>
        </p:nvSpPr>
        <p:spPr>
          <a:xfrm>
            <a:off x="12193058" y="762000"/>
            <a:ext cx="11430001" cy="12192000"/>
          </a:xfrm>
          <a:prstGeom prst="rect">
            <a:avLst/>
          </a:prstGeom>
        </p:spPr>
        <p:txBody>
          <a:bodyPr lIns="91439" rIns="91439" anchor="t"/>
          <a:lstStyle/>
          <a:p>
            <a:endParaRPr/>
          </a:p>
        </p:txBody>
      </p:sp>
    </p:spTree>
  </p:cSld>
  <p:clrMapOvr>
    <a:masterClrMapping/>
  </p:clrMapOvr>
  <p:transition spd="med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OUTLINE 1_Text_Posi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Title Text"/>
          <p:cNvSpPr txBox="1">
            <a:spLocks noGrp="1"/>
          </p:cNvSpPr>
          <p:nvPr>
            <p:ph type="body" sz="quarter" idx="13" hasCustomPrompt="1"/>
          </p:nvPr>
        </p:nvSpPr>
        <p:spPr>
          <a:xfrm>
            <a:off x="945770" y="930347"/>
            <a:ext cx="22492461" cy="577381"/>
          </a:xfrm>
          <a:prstGeom prst="rect">
            <a:avLst/>
          </a:prstGeom>
        </p:spPr>
        <p:txBody>
          <a:bodyPr>
            <a:normAutofit/>
          </a:bodyPr>
          <a:lstStyle>
            <a:lvl1pPr algn="l"/>
          </a:lstStyle>
          <a:p>
            <a:r>
              <a:t>Title Text</a:t>
            </a:r>
          </a:p>
        </p:txBody>
      </p:sp>
      <p:sp>
        <p:nvSpPr>
          <p:cNvPr id="536" name="MAIN POINT"/>
          <p:cNvSpPr txBox="1">
            <a:spLocks noGrp="1"/>
          </p:cNvSpPr>
          <p:nvPr>
            <p:ph type="body" sz="quarter" idx="14" hasCustomPrompt="1"/>
          </p:nvPr>
        </p:nvSpPr>
        <p:spPr>
          <a:xfrm>
            <a:off x="766952" y="4199053"/>
            <a:ext cx="22850097" cy="64770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indent="254000" defTabSz="1172210">
              <a:defRPr sz="5000" b="1">
                <a:latin typeface="+mn-lt"/>
                <a:ea typeface="+mn-ea"/>
                <a:cs typeface="+mn-cs"/>
                <a:sym typeface="DIN Next LT Pro"/>
              </a:defRPr>
            </a:lvl1pPr>
          </a:lstStyle>
          <a:p>
            <a:r>
              <a:t>MAIN POINT</a:t>
            </a:r>
          </a:p>
        </p:txBody>
      </p:sp>
      <p:pic>
        <p:nvPicPr>
          <p:cNvPr id="537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538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53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63115" y="224144"/>
            <a:ext cx="316036" cy="320041"/>
          </a:xfrm>
          <a:prstGeom prst="rect">
            <a:avLst/>
          </a:prstGeom>
        </p:spPr>
        <p:txBody>
          <a:bodyPr wrap="none"/>
          <a:lstStyle>
            <a:lvl1pPr>
              <a:defRPr sz="1500"/>
            </a:lvl1pPr>
          </a:lstStyle>
          <a:p>
            <a:fld id="{86CB4B4D-7CA3-9044-876B-883B54F8677D}" type="slidenum">
              <a:rPr/>
              <a:t>‹#›</a:t>
            </a:fld>
            <a:endParaRPr/>
          </a:p>
        </p:txBody>
      </p:sp>
      <p:pic>
        <p:nvPicPr>
          <p:cNvPr id="540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541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542" name="Rectangle"/>
          <p:cNvSpPr/>
          <p:nvPr/>
        </p:nvSpPr>
        <p:spPr>
          <a:xfrm rot="16200000">
            <a:off x="1157287" y="1315956"/>
            <a:ext cx="38101" cy="381001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544" name="Rectangle"/>
          <p:cNvSpPr/>
          <p:nvPr/>
        </p:nvSpPr>
        <p:spPr>
          <a:xfrm rot="16200000">
            <a:off x="12128500" y="6477000"/>
            <a:ext cx="127000" cy="762000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333333"/>
                </a:solidFill>
              </a:defRPr>
            </a:pPr>
            <a:endParaRPr/>
          </a:p>
        </p:txBody>
      </p:sp>
      <p:sp>
        <p:nvSpPr>
          <p:cNvPr id="545" name="SUBTITLE"/>
          <p:cNvSpPr txBox="1">
            <a:spLocks noGrp="1"/>
          </p:cNvSpPr>
          <p:nvPr>
            <p:ph type="body" sz="quarter" idx="16" hasCustomPrompt="1"/>
          </p:nvPr>
        </p:nvSpPr>
        <p:spPr>
          <a:xfrm>
            <a:off x="9281732" y="936698"/>
            <a:ext cx="5820535" cy="539280"/>
          </a:xfrm>
          <a:prstGeom prst="rect">
            <a:avLst/>
          </a:prstGeom>
        </p:spPr>
        <p:txBody>
          <a:bodyPr lIns="117239" tIns="117239" rIns="117239" bIns="117239">
            <a:spAutoFit/>
          </a:bodyPr>
          <a:lstStyle>
            <a:lvl1pPr defTabSz="1172210">
              <a:defRPr sz="2000" cap="none"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SUBTITLE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7"/>
          </p:nvPr>
        </p:nvSpPr>
        <p:spPr>
          <a:xfrm>
            <a:off x="766953" y="7321586"/>
            <a:ext cx="11425048" cy="5630779"/>
          </a:xfrm>
        </p:spPr>
        <p:txBody>
          <a:bodyPr anchor="t" anchorCtr="0"/>
          <a:lstStyle>
            <a:lvl1pPr marL="457200" indent="-457200" algn="l">
              <a:buFont typeface="Arial" panose="020B0604020202020204" pitchFamily="34" charset="0"/>
              <a:buChar char="•"/>
              <a:defRPr sz="3600" cap="none" baseline="0"/>
            </a:lvl1pPr>
            <a:lvl2pPr marL="914400" indent="-457200" algn="l">
              <a:buFont typeface="Arial" panose="020B0604020202020204" pitchFamily="34" charset="0"/>
              <a:buChar char="•"/>
              <a:defRPr cap="none" baseline="0"/>
            </a:lvl2pPr>
            <a:lvl3pPr marL="1371600" indent="-457200" algn="l">
              <a:buFont typeface="Arial" panose="020B0604020202020204" pitchFamily="34" charset="0"/>
              <a:buChar char="•"/>
              <a:defRPr cap="none" baseline="0"/>
            </a:lvl3pPr>
            <a:lvl4pPr marL="1828800" indent="-457200" algn="l">
              <a:buFont typeface="Arial" panose="020B0604020202020204" pitchFamily="34" charset="0"/>
              <a:buChar char="•"/>
              <a:defRPr cap="none" baseline="0"/>
            </a:lvl4pPr>
            <a:lvl5pPr marL="2286000" indent="-457200" algn="l">
              <a:buFont typeface="Arial" panose="020B0604020202020204" pitchFamily="34" charset="0"/>
              <a:buChar char="•"/>
              <a:defRPr cap="none" baseline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</a:t>
            </a:r>
            <a:r>
              <a:rPr lang="en-US" dirty="0" err="1"/>
              <a:t>levelc</a:t>
            </a:r>
            <a:endParaRPr lang="fi-FI" dirty="0"/>
          </a:p>
        </p:txBody>
      </p:sp>
      <p:sp>
        <p:nvSpPr>
          <p:cNvPr id="15" name="Text Placeholder 2"/>
          <p:cNvSpPr>
            <a:spLocks noGrp="1"/>
          </p:cNvSpPr>
          <p:nvPr>
            <p:ph type="body" sz="quarter" idx="18"/>
          </p:nvPr>
        </p:nvSpPr>
        <p:spPr>
          <a:xfrm>
            <a:off x="12254103" y="7321586"/>
            <a:ext cx="11425048" cy="5630779"/>
          </a:xfrm>
        </p:spPr>
        <p:txBody>
          <a:bodyPr anchor="t" anchorCtr="0"/>
          <a:lstStyle>
            <a:lvl1pPr marL="457200" indent="-457200" algn="l">
              <a:buFont typeface="Arial" panose="020B0604020202020204" pitchFamily="34" charset="0"/>
              <a:buChar char="•"/>
              <a:defRPr sz="3600" cap="none" baseline="0"/>
            </a:lvl1pPr>
            <a:lvl2pPr marL="914400" indent="-457200" algn="l">
              <a:buFont typeface="Arial" panose="020B0604020202020204" pitchFamily="34" charset="0"/>
              <a:buChar char="•"/>
              <a:defRPr cap="none" baseline="0"/>
            </a:lvl2pPr>
            <a:lvl3pPr marL="1371600" indent="-457200" algn="l">
              <a:buFont typeface="Arial" panose="020B0604020202020204" pitchFamily="34" charset="0"/>
              <a:buChar char="•"/>
              <a:defRPr cap="none" baseline="0"/>
            </a:lvl3pPr>
            <a:lvl4pPr marL="1828800" indent="-457200" algn="l">
              <a:buFont typeface="Arial" panose="020B0604020202020204" pitchFamily="34" charset="0"/>
              <a:buChar char="•"/>
              <a:defRPr cap="none" baseline="0"/>
            </a:lvl4pPr>
            <a:lvl5pPr marL="2286000" indent="-457200" algn="l">
              <a:buFont typeface="Arial" panose="020B0604020202020204" pitchFamily="34" charset="0"/>
              <a:buChar char="•"/>
              <a:defRPr cap="none" baseline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fi-FI" dirty="0"/>
          </a:p>
        </p:txBody>
      </p:sp>
    </p:spTree>
  </p:cSld>
  <p:clrMapOvr>
    <a:masterClrMapping/>
  </p:clrMapOvr>
  <p:transition spd="med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ext_Negativ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Title Text"/>
          <p:cNvSpPr txBox="1">
            <a:spLocks noGrp="1"/>
          </p:cNvSpPr>
          <p:nvPr>
            <p:ph type="body" sz="quarter" idx="13" hasCustomPrompt="1"/>
          </p:nvPr>
        </p:nvSpPr>
        <p:spPr>
          <a:xfrm>
            <a:off x="945770" y="930347"/>
            <a:ext cx="22492461" cy="577381"/>
          </a:xfrm>
          <a:prstGeom prst="rect">
            <a:avLst/>
          </a:prstGeom>
        </p:spPr>
        <p:txBody>
          <a:bodyPr>
            <a:normAutofit/>
          </a:bodyPr>
          <a:lstStyle>
            <a:lvl1pPr algn="l">
              <a:defRPr>
                <a:solidFill>
                  <a:srgbClr val="FFFFFF"/>
                </a:solidFill>
              </a:defRPr>
            </a:lvl1pPr>
          </a:lstStyle>
          <a:p>
            <a:r>
              <a:t>Title Text</a:t>
            </a:r>
          </a:p>
        </p:txBody>
      </p:sp>
      <p:sp>
        <p:nvSpPr>
          <p:cNvPr id="553" name="MAIN POINT"/>
          <p:cNvSpPr txBox="1">
            <a:spLocks noGrp="1"/>
          </p:cNvSpPr>
          <p:nvPr>
            <p:ph type="body" sz="quarter" idx="14" hasCustomPrompt="1"/>
          </p:nvPr>
        </p:nvSpPr>
        <p:spPr>
          <a:xfrm>
            <a:off x="766952" y="4199053"/>
            <a:ext cx="22850097" cy="64770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indent="254000" defTabSz="1172210">
              <a:defRPr sz="5000" b="1">
                <a:solidFill>
                  <a:srgbClr val="FFFFFF"/>
                </a:solidFill>
                <a:latin typeface="+mn-lt"/>
                <a:ea typeface="+mn-ea"/>
                <a:cs typeface="+mn-cs"/>
                <a:sym typeface="DIN Next LT Pro"/>
              </a:defRPr>
            </a:lvl1pPr>
          </a:lstStyle>
          <a:p>
            <a:r>
              <a:t>MAIN POINT</a:t>
            </a:r>
          </a:p>
        </p:txBody>
      </p:sp>
      <p:pic>
        <p:nvPicPr>
          <p:cNvPr id="554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555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556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63115" y="224144"/>
            <a:ext cx="316036" cy="320041"/>
          </a:xfrm>
          <a:prstGeom prst="rect">
            <a:avLst/>
          </a:prstGeom>
        </p:spPr>
        <p:txBody>
          <a:bodyPr wrap="none"/>
          <a:lstStyle>
            <a:lvl1pPr>
              <a:defRPr sz="1500"/>
            </a:lvl1pPr>
          </a:lstStyle>
          <a:p>
            <a:fld id="{86CB4B4D-7CA3-9044-876B-883B54F8677D}" type="slidenum">
              <a:rPr/>
              <a:t>‹#›</a:t>
            </a:fld>
            <a:endParaRPr/>
          </a:p>
        </p:txBody>
      </p:sp>
      <p:sp>
        <p:nvSpPr>
          <p:cNvPr id="557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558" name="Rectangle"/>
          <p:cNvSpPr/>
          <p:nvPr/>
        </p:nvSpPr>
        <p:spPr>
          <a:xfrm rot="16200000">
            <a:off x="1157287" y="1315956"/>
            <a:ext cx="38101" cy="38100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559" name="Text in two columns here"/>
          <p:cNvSpPr txBox="1">
            <a:spLocks noGrp="1"/>
          </p:cNvSpPr>
          <p:nvPr>
            <p:ph type="body" sz="half" idx="15" hasCustomPrompt="1"/>
          </p:nvPr>
        </p:nvSpPr>
        <p:spPr>
          <a:xfrm>
            <a:off x="765175" y="7321586"/>
            <a:ext cx="22853650" cy="5630779"/>
          </a:xfrm>
          <a:prstGeom prst="rect">
            <a:avLst/>
          </a:prstGeom>
        </p:spPr>
        <p:txBody>
          <a:bodyPr lIns="0" tIns="0" rIns="0" bIns="0" numCol="2" spcCol="1142682" anchor="t">
            <a:normAutofit/>
          </a:bodyPr>
          <a:lstStyle>
            <a:lvl1pPr indent="254000" algn="l">
              <a:spcBef>
                <a:spcPts val="3500"/>
              </a:spcBef>
              <a:defRPr sz="2500" cap="none">
                <a:solidFill>
                  <a:srgbClr val="FFFFF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Text in two columns here</a:t>
            </a:r>
          </a:p>
        </p:txBody>
      </p:sp>
      <p:sp>
        <p:nvSpPr>
          <p:cNvPr id="560" name="Rectangle"/>
          <p:cNvSpPr/>
          <p:nvPr/>
        </p:nvSpPr>
        <p:spPr>
          <a:xfrm rot="16200000">
            <a:off x="12128500" y="6477000"/>
            <a:ext cx="127000" cy="762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333333"/>
                </a:solidFill>
              </a:defRPr>
            </a:pPr>
            <a:endParaRPr/>
          </a:p>
        </p:txBody>
      </p:sp>
      <p:pic>
        <p:nvPicPr>
          <p:cNvPr id="561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562" name="SUBTITLE"/>
          <p:cNvSpPr txBox="1">
            <a:spLocks noGrp="1"/>
          </p:cNvSpPr>
          <p:nvPr>
            <p:ph type="body" sz="quarter" idx="16" hasCustomPrompt="1"/>
          </p:nvPr>
        </p:nvSpPr>
        <p:spPr>
          <a:xfrm>
            <a:off x="9281732" y="936698"/>
            <a:ext cx="5820535" cy="539280"/>
          </a:xfrm>
          <a:prstGeom prst="rect">
            <a:avLst/>
          </a:prstGeom>
        </p:spPr>
        <p:txBody>
          <a:bodyPr lIns="117239" tIns="117239" rIns="117239" bIns="117239">
            <a:spAutoFit/>
          </a:bodyPr>
          <a:lstStyle>
            <a:lvl1pPr defTabSz="1172210">
              <a:defRPr sz="2000" cap="none">
                <a:solidFill>
                  <a:srgbClr val="FFFFF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SUBTITLE</a:t>
            </a:r>
          </a:p>
        </p:txBody>
      </p:sp>
    </p:spTree>
  </p:cSld>
  <p:clrMapOvr>
    <a:masterClrMapping/>
  </p:clrMapOvr>
  <p:transition spd="med"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ext_Frame_Posi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Rectangle"/>
          <p:cNvSpPr>
            <a:spLocks noGrp="1"/>
          </p:cNvSpPr>
          <p:nvPr>
            <p:ph type="body" idx="13"/>
          </p:nvPr>
        </p:nvSpPr>
        <p:spPr>
          <a:xfrm>
            <a:off x="772203" y="771110"/>
            <a:ext cx="22855468" cy="12192001"/>
          </a:xfrm>
          <a:prstGeom prst="rect">
            <a:avLst/>
          </a:prstGeom>
          <a:solidFill>
            <a:srgbClr val="F3F3F3"/>
          </a:solidFill>
        </p:spPr>
        <p:txBody>
          <a:bodyPr lIns="50800" tIns="50800" rIns="50800" bIns="50800"/>
          <a:lstStyle/>
          <a:p>
            <a:pPr defTabSz="1172210">
              <a:defRPr sz="4600" cap="none">
                <a:solidFill>
                  <a:srgbClr val="333333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/>
          </a:p>
        </p:txBody>
      </p:sp>
      <p:sp>
        <p:nvSpPr>
          <p:cNvPr id="570" name="Title Text"/>
          <p:cNvSpPr txBox="1">
            <a:spLocks noGrp="1"/>
          </p:cNvSpPr>
          <p:nvPr>
            <p:ph type="body" sz="quarter" idx="14" hasCustomPrompt="1"/>
          </p:nvPr>
        </p:nvSpPr>
        <p:spPr>
          <a:xfrm>
            <a:off x="945770" y="930347"/>
            <a:ext cx="22492461" cy="577381"/>
          </a:xfrm>
          <a:prstGeom prst="rect">
            <a:avLst/>
          </a:prstGeom>
        </p:spPr>
        <p:txBody>
          <a:bodyPr>
            <a:normAutofit/>
          </a:bodyPr>
          <a:lstStyle>
            <a:lvl1pPr algn="l"/>
          </a:lstStyle>
          <a:p>
            <a:r>
              <a:t>Title Text</a:t>
            </a:r>
          </a:p>
        </p:txBody>
      </p:sp>
      <p:sp>
        <p:nvSpPr>
          <p:cNvPr id="571" name="MAIN POINT"/>
          <p:cNvSpPr txBox="1">
            <a:spLocks noGrp="1"/>
          </p:cNvSpPr>
          <p:nvPr>
            <p:ph type="body" sz="quarter" idx="15" hasCustomPrompt="1"/>
          </p:nvPr>
        </p:nvSpPr>
        <p:spPr>
          <a:xfrm>
            <a:off x="766952" y="4199053"/>
            <a:ext cx="22850097" cy="64770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indent="254000" defTabSz="1172210">
              <a:defRPr sz="5000" b="1">
                <a:latin typeface="+mn-lt"/>
                <a:ea typeface="+mn-ea"/>
                <a:cs typeface="+mn-cs"/>
                <a:sym typeface="DIN Next LT Pro"/>
              </a:defRPr>
            </a:lvl1pPr>
          </a:lstStyle>
          <a:p>
            <a:r>
              <a:t>MAIN POINT</a:t>
            </a:r>
          </a:p>
        </p:txBody>
      </p:sp>
      <p:pic>
        <p:nvPicPr>
          <p:cNvPr id="572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573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57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63115" y="224144"/>
            <a:ext cx="316036" cy="320041"/>
          </a:xfrm>
          <a:prstGeom prst="rect">
            <a:avLst/>
          </a:prstGeom>
        </p:spPr>
        <p:txBody>
          <a:bodyPr wrap="none"/>
          <a:lstStyle>
            <a:lvl1pPr>
              <a:defRPr sz="1500"/>
            </a:lvl1pPr>
          </a:lstStyle>
          <a:p>
            <a:fld id="{86CB4B4D-7CA3-9044-876B-883B54F8677D}" type="slidenum">
              <a:rPr/>
              <a:t>‹#›</a:t>
            </a:fld>
            <a:endParaRPr/>
          </a:p>
        </p:txBody>
      </p:sp>
      <p:pic>
        <p:nvPicPr>
          <p:cNvPr id="575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576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577" name="Rectangle"/>
          <p:cNvSpPr/>
          <p:nvPr/>
        </p:nvSpPr>
        <p:spPr>
          <a:xfrm rot="16200000">
            <a:off x="1157287" y="1315956"/>
            <a:ext cx="38101" cy="381001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578" name="Text in two columns here"/>
          <p:cNvSpPr txBox="1">
            <a:spLocks noGrp="1"/>
          </p:cNvSpPr>
          <p:nvPr>
            <p:ph type="body" sz="half" idx="16" hasCustomPrompt="1"/>
          </p:nvPr>
        </p:nvSpPr>
        <p:spPr>
          <a:xfrm>
            <a:off x="765175" y="7321586"/>
            <a:ext cx="22853650" cy="5630779"/>
          </a:xfrm>
          <a:prstGeom prst="rect">
            <a:avLst/>
          </a:prstGeom>
        </p:spPr>
        <p:txBody>
          <a:bodyPr lIns="0" tIns="0" rIns="0" bIns="0" numCol="2" spcCol="1142682" anchor="t">
            <a:normAutofit/>
          </a:bodyPr>
          <a:lstStyle>
            <a:lvl1pPr indent="254000" algn="l">
              <a:spcBef>
                <a:spcPts val="3500"/>
              </a:spcBef>
              <a:defRPr sz="2500" cap="none"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Text in two columns here</a:t>
            </a:r>
          </a:p>
        </p:txBody>
      </p:sp>
      <p:sp>
        <p:nvSpPr>
          <p:cNvPr id="579" name="Rectangle"/>
          <p:cNvSpPr/>
          <p:nvPr/>
        </p:nvSpPr>
        <p:spPr>
          <a:xfrm rot="16200000">
            <a:off x="12128500" y="6477000"/>
            <a:ext cx="127000" cy="762000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333333"/>
                </a:solidFill>
              </a:defRPr>
            </a:pPr>
            <a:endParaRPr/>
          </a:p>
        </p:txBody>
      </p:sp>
      <p:sp>
        <p:nvSpPr>
          <p:cNvPr id="580" name="SUBTITLE"/>
          <p:cNvSpPr txBox="1">
            <a:spLocks noGrp="1"/>
          </p:cNvSpPr>
          <p:nvPr>
            <p:ph type="body" sz="quarter" idx="17" hasCustomPrompt="1"/>
          </p:nvPr>
        </p:nvSpPr>
        <p:spPr>
          <a:xfrm>
            <a:off x="9281732" y="936698"/>
            <a:ext cx="5820535" cy="539280"/>
          </a:xfrm>
          <a:prstGeom prst="rect">
            <a:avLst/>
          </a:prstGeom>
        </p:spPr>
        <p:txBody>
          <a:bodyPr lIns="117239" tIns="117239" rIns="117239" bIns="117239">
            <a:spAutoFit/>
          </a:bodyPr>
          <a:lstStyle>
            <a:lvl1pPr defTabSz="1172210">
              <a:defRPr sz="2000" cap="none"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SUBTITLE</a:t>
            </a:r>
          </a:p>
        </p:txBody>
      </p:sp>
    </p:spTree>
  </p:cSld>
  <p:clrMapOvr>
    <a:masterClrMapping/>
  </p:clrMapOvr>
  <p:transition spd="med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ext_Frame_Neg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7" name="Rectangle"/>
          <p:cNvSpPr>
            <a:spLocks noGrp="1"/>
          </p:cNvSpPr>
          <p:nvPr>
            <p:ph type="body" idx="13"/>
          </p:nvPr>
        </p:nvSpPr>
        <p:spPr>
          <a:xfrm>
            <a:off x="772203" y="771110"/>
            <a:ext cx="22855468" cy="12192001"/>
          </a:xfrm>
          <a:prstGeom prst="rect">
            <a:avLst/>
          </a:prstGeom>
          <a:solidFill>
            <a:srgbClr val="000000"/>
          </a:solidFill>
        </p:spPr>
        <p:txBody>
          <a:bodyPr lIns="50800" tIns="50800" rIns="50800" bIns="50800"/>
          <a:lstStyle/>
          <a:p>
            <a:pPr defTabSz="1172210">
              <a:defRPr sz="4600" cap="none">
                <a:solidFill>
                  <a:srgbClr val="333333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/>
          </a:p>
        </p:txBody>
      </p:sp>
      <p:sp>
        <p:nvSpPr>
          <p:cNvPr id="588" name="Title Text"/>
          <p:cNvSpPr txBox="1">
            <a:spLocks noGrp="1"/>
          </p:cNvSpPr>
          <p:nvPr>
            <p:ph type="body" sz="quarter" idx="14" hasCustomPrompt="1"/>
          </p:nvPr>
        </p:nvSpPr>
        <p:spPr>
          <a:xfrm>
            <a:off x="945770" y="930347"/>
            <a:ext cx="22508334" cy="577381"/>
          </a:xfrm>
          <a:prstGeom prst="rect">
            <a:avLst/>
          </a:prstGeom>
        </p:spPr>
        <p:txBody>
          <a:bodyPr>
            <a:normAutofit/>
          </a:bodyPr>
          <a:lstStyle>
            <a:lvl1pPr algn="l">
              <a:defRPr>
                <a:solidFill>
                  <a:srgbClr val="FFFFFF"/>
                </a:solidFill>
              </a:defRPr>
            </a:lvl1pPr>
          </a:lstStyle>
          <a:p>
            <a:r>
              <a:t>Title Text</a:t>
            </a:r>
          </a:p>
        </p:txBody>
      </p:sp>
      <p:sp>
        <p:nvSpPr>
          <p:cNvPr id="589" name="MAIN POINT"/>
          <p:cNvSpPr txBox="1">
            <a:spLocks noGrp="1"/>
          </p:cNvSpPr>
          <p:nvPr>
            <p:ph type="body" sz="quarter" idx="15" hasCustomPrompt="1"/>
          </p:nvPr>
        </p:nvSpPr>
        <p:spPr>
          <a:xfrm>
            <a:off x="766952" y="4199053"/>
            <a:ext cx="22850097" cy="64770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indent="254000" defTabSz="1172210">
              <a:defRPr sz="5000" b="1">
                <a:solidFill>
                  <a:srgbClr val="FFFFFF"/>
                </a:solidFill>
                <a:latin typeface="+mn-lt"/>
                <a:ea typeface="+mn-ea"/>
                <a:cs typeface="+mn-cs"/>
                <a:sym typeface="DIN Next LT Pro"/>
              </a:defRPr>
            </a:lvl1pPr>
          </a:lstStyle>
          <a:p>
            <a:r>
              <a:t>MAIN POINT</a:t>
            </a:r>
          </a:p>
        </p:txBody>
      </p:sp>
      <p:pic>
        <p:nvPicPr>
          <p:cNvPr id="590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591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592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63115" y="224144"/>
            <a:ext cx="316036" cy="320041"/>
          </a:xfrm>
          <a:prstGeom prst="rect">
            <a:avLst/>
          </a:prstGeom>
        </p:spPr>
        <p:txBody>
          <a:bodyPr wrap="none"/>
          <a:lstStyle>
            <a:lvl1pPr>
              <a:defRPr sz="1500"/>
            </a:lvl1pPr>
          </a:lstStyle>
          <a:p>
            <a:fld id="{86CB4B4D-7CA3-9044-876B-883B54F8677D}" type="slidenum">
              <a:rPr/>
              <a:t>‹#›</a:t>
            </a:fld>
            <a:endParaRPr/>
          </a:p>
        </p:txBody>
      </p:sp>
      <p:pic>
        <p:nvPicPr>
          <p:cNvPr id="593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594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595" name="Rectangle"/>
          <p:cNvSpPr/>
          <p:nvPr/>
        </p:nvSpPr>
        <p:spPr>
          <a:xfrm rot="16200000">
            <a:off x="1157287" y="1315956"/>
            <a:ext cx="38101" cy="38100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596" name="Text in two columns here"/>
          <p:cNvSpPr txBox="1">
            <a:spLocks noGrp="1"/>
          </p:cNvSpPr>
          <p:nvPr>
            <p:ph type="body" sz="half" idx="16" hasCustomPrompt="1"/>
          </p:nvPr>
        </p:nvSpPr>
        <p:spPr>
          <a:xfrm>
            <a:off x="765175" y="7321586"/>
            <a:ext cx="22853650" cy="5630779"/>
          </a:xfrm>
          <a:prstGeom prst="rect">
            <a:avLst/>
          </a:prstGeom>
        </p:spPr>
        <p:txBody>
          <a:bodyPr lIns="0" tIns="0" rIns="0" bIns="0" numCol="2" spcCol="1142682" anchor="t">
            <a:normAutofit/>
          </a:bodyPr>
          <a:lstStyle>
            <a:lvl1pPr indent="254000" algn="l">
              <a:spcBef>
                <a:spcPts val="3500"/>
              </a:spcBef>
              <a:defRPr sz="2500" cap="none">
                <a:solidFill>
                  <a:srgbClr val="FFFFF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Text in two columns here</a:t>
            </a:r>
          </a:p>
        </p:txBody>
      </p:sp>
      <p:sp>
        <p:nvSpPr>
          <p:cNvPr id="597" name="Rectangle"/>
          <p:cNvSpPr/>
          <p:nvPr/>
        </p:nvSpPr>
        <p:spPr>
          <a:xfrm rot="16200000">
            <a:off x="12128500" y="6477000"/>
            <a:ext cx="127000" cy="762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333333"/>
                </a:solidFill>
              </a:defRPr>
            </a:pPr>
            <a:endParaRPr/>
          </a:p>
        </p:txBody>
      </p:sp>
      <p:sp>
        <p:nvSpPr>
          <p:cNvPr id="598" name="SUBTITLE"/>
          <p:cNvSpPr txBox="1">
            <a:spLocks noGrp="1"/>
          </p:cNvSpPr>
          <p:nvPr>
            <p:ph type="body" sz="quarter" idx="17" hasCustomPrompt="1"/>
          </p:nvPr>
        </p:nvSpPr>
        <p:spPr>
          <a:xfrm>
            <a:off x="9281732" y="936698"/>
            <a:ext cx="5820535" cy="539280"/>
          </a:xfrm>
          <a:prstGeom prst="rect">
            <a:avLst/>
          </a:prstGeom>
        </p:spPr>
        <p:txBody>
          <a:bodyPr lIns="117239" tIns="117239" rIns="117239" bIns="117239">
            <a:spAutoFit/>
          </a:bodyPr>
          <a:lstStyle>
            <a:lvl1pPr defTabSz="1172210">
              <a:defRPr sz="2000" cap="none">
                <a:solidFill>
                  <a:srgbClr val="FFFFF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SUBTITLE</a:t>
            </a:r>
          </a:p>
        </p:txBody>
      </p:sp>
    </p:spTree>
  </p:cSld>
  <p:clrMapOvr>
    <a:masterClrMapping/>
  </p:clrMapOvr>
  <p:transition spd="med"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Full Image_Negativ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8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619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621" name="Image"/>
          <p:cNvSpPr>
            <a:spLocks noGrp="1"/>
          </p:cNvSpPr>
          <p:nvPr>
            <p:ph type="pic" idx="13"/>
          </p:nvPr>
        </p:nvSpPr>
        <p:spPr>
          <a:xfrm>
            <a:off x="758825" y="762000"/>
            <a:ext cx="22860000" cy="12192000"/>
          </a:xfrm>
          <a:prstGeom prst="rect">
            <a:avLst/>
          </a:prstGeom>
        </p:spPr>
        <p:txBody>
          <a:bodyPr lIns="91439" rIns="91439" anchor="t"/>
          <a:lstStyle/>
          <a:p>
            <a:endParaRPr/>
          </a:p>
        </p:txBody>
      </p:sp>
      <p:pic>
        <p:nvPicPr>
          <p:cNvPr id="622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623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62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77242" y="239867"/>
            <a:ext cx="301909" cy="307341"/>
          </a:xfrm>
          <a:prstGeom prst="rect">
            <a:avLst/>
          </a:prstGeom>
        </p:spPr>
        <p:txBody>
          <a:bodyPr wrap="none"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wo images_Posi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1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632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633" name="Image"/>
          <p:cNvSpPr>
            <a:spLocks noGrp="1"/>
          </p:cNvSpPr>
          <p:nvPr>
            <p:ph type="pic" idx="13"/>
          </p:nvPr>
        </p:nvSpPr>
        <p:spPr>
          <a:xfrm>
            <a:off x="760941" y="757796"/>
            <a:ext cx="11398251" cy="12200408"/>
          </a:xfrm>
          <a:prstGeom prst="rect">
            <a:avLst/>
          </a:prstGeom>
        </p:spPr>
        <p:txBody>
          <a:bodyPr lIns="91439" rIns="91439" anchor="t"/>
          <a:lstStyle/>
          <a:p>
            <a:endParaRPr/>
          </a:p>
        </p:txBody>
      </p:sp>
      <p:sp>
        <p:nvSpPr>
          <p:cNvPr id="634" name="Image"/>
          <p:cNvSpPr>
            <a:spLocks noGrp="1"/>
          </p:cNvSpPr>
          <p:nvPr>
            <p:ph type="pic" idx="14"/>
          </p:nvPr>
        </p:nvSpPr>
        <p:spPr>
          <a:xfrm>
            <a:off x="12224808" y="757796"/>
            <a:ext cx="11398251" cy="12200408"/>
          </a:xfrm>
          <a:prstGeom prst="rect">
            <a:avLst/>
          </a:prstGeom>
        </p:spPr>
        <p:txBody>
          <a:bodyPr lIns="91439" rIns="91439" anchor="t"/>
          <a:lstStyle/>
          <a:p>
            <a:endParaRPr/>
          </a:p>
        </p:txBody>
      </p:sp>
      <p:pic>
        <p:nvPicPr>
          <p:cNvPr id="635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636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63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77242" y="239867"/>
            <a:ext cx="301909" cy="307341"/>
          </a:xfrm>
          <a:prstGeom prst="rect">
            <a:avLst/>
          </a:prstGeom>
        </p:spPr>
        <p:txBody>
          <a:bodyPr wrap="none"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wo images_Negativ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4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645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646" name="Image"/>
          <p:cNvSpPr>
            <a:spLocks noGrp="1"/>
          </p:cNvSpPr>
          <p:nvPr>
            <p:ph type="pic" idx="13"/>
          </p:nvPr>
        </p:nvSpPr>
        <p:spPr>
          <a:xfrm>
            <a:off x="760941" y="757796"/>
            <a:ext cx="11398251" cy="12200408"/>
          </a:xfrm>
          <a:prstGeom prst="rect">
            <a:avLst/>
          </a:prstGeom>
        </p:spPr>
        <p:txBody>
          <a:bodyPr lIns="91439" rIns="91439" anchor="t"/>
          <a:lstStyle/>
          <a:p>
            <a:endParaRPr/>
          </a:p>
        </p:txBody>
      </p:sp>
      <p:sp>
        <p:nvSpPr>
          <p:cNvPr id="647" name="Image"/>
          <p:cNvSpPr>
            <a:spLocks noGrp="1"/>
          </p:cNvSpPr>
          <p:nvPr>
            <p:ph type="pic" idx="14"/>
          </p:nvPr>
        </p:nvSpPr>
        <p:spPr>
          <a:xfrm>
            <a:off x="12224808" y="757796"/>
            <a:ext cx="11398251" cy="12200408"/>
          </a:xfrm>
          <a:prstGeom prst="rect">
            <a:avLst/>
          </a:prstGeom>
        </p:spPr>
        <p:txBody>
          <a:bodyPr lIns="91439" rIns="91439" anchor="t"/>
          <a:lstStyle/>
          <a:p>
            <a:endParaRPr/>
          </a:p>
        </p:txBody>
      </p:sp>
      <p:sp>
        <p:nvSpPr>
          <p:cNvPr id="648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pic>
        <p:nvPicPr>
          <p:cNvPr id="649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650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77242" y="239867"/>
            <a:ext cx="301909" cy="307341"/>
          </a:xfrm>
          <a:prstGeom prst="rect">
            <a:avLst/>
          </a:prstGeom>
        </p:spPr>
        <p:txBody>
          <a:bodyPr wrap="none"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hree Images_Posi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7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658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659" name="Image"/>
          <p:cNvSpPr>
            <a:spLocks noGrp="1"/>
          </p:cNvSpPr>
          <p:nvPr>
            <p:ph type="pic" sz="half" idx="13"/>
          </p:nvPr>
        </p:nvSpPr>
        <p:spPr>
          <a:xfrm>
            <a:off x="761997" y="760941"/>
            <a:ext cx="7577672" cy="12194118"/>
          </a:xfrm>
          <a:prstGeom prst="rect">
            <a:avLst/>
          </a:prstGeom>
        </p:spPr>
        <p:txBody>
          <a:bodyPr lIns="91439" rIns="91439" anchor="t"/>
          <a:lstStyle/>
          <a:p>
            <a:endParaRPr/>
          </a:p>
        </p:txBody>
      </p:sp>
      <p:sp>
        <p:nvSpPr>
          <p:cNvPr id="660" name="Image"/>
          <p:cNvSpPr>
            <a:spLocks noGrp="1"/>
          </p:cNvSpPr>
          <p:nvPr>
            <p:ph type="pic" sz="half" idx="14"/>
          </p:nvPr>
        </p:nvSpPr>
        <p:spPr>
          <a:xfrm>
            <a:off x="8403164" y="760941"/>
            <a:ext cx="7577672" cy="12194118"/>
          </a:xfrm>
          <a:prstGeom prst="rect">
            <a:avLst/>
          </a:prstGeom>
        </p:spPr>
        <p:txBody>
          <a:bodyPr lIns="91439" rIns="91439" anchor="t"/>
          <a:lstStyle/>
          <a:p>
            <a:endParaRPr/>
          </a:p>
        </p:txBody>
      </p:sp>
      <p:sp>
        <p:nvSpPr>
          <p:cNvPr id="661" name="Image"/>
          <p:cNvSpPr>
            <a:spLocks noGrp="1"/>
          </p:cNvSpPr>
          <p:nvPr>
            <p:ph type="pic" sz="half" idx="15"/>
          </p:nvPr>
        </p:nvSpPr>
        <p:spPr>
          <a:xfrm>
            <a:off x="16046729" y="760941"/>
            <a:ext cx="7577671" cy="12194118"/>
          </a:xfrm>
          <a:prstGeom prst="rect">
            <a:avLst/>
          </a:prstGeom>
        </p:spPr>
        <p:txBody>
          <a:bodyPr lIns="91439" rIns="91439" anchor="t"/>
          <a:lstStyle/>
          <a:p>
            <a:endParaRPr/>
          </a:p>
        </p:txBody>
      </p:sp>
      <p:pic>
        <p:nvPicPr>
          <p:cNvPr id="662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663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66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77242" y="239867"/>
            <a:ext cx="301909" cy="307341"/>
          </a:xfrm>
          <a:prstGeom prst="rect">
            <a:avLst/>
          </a:prstGeom>
        </p:spPr>
        <p:txBody>
          <a:bodyPr wrap="none"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hree Images_Negativ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1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672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673" name="Image"/>
          <p:cNvSpPr>
            <a:spLocks noGrp="1"/>
          </p:cNvSpPr>
          <p:nvPr>
            <p:ph type="pic" sz="half" idx="13"/>
          </p:nvPr>
        </p:nvSpPr>
        <p:spPr>
          <a:xfrm>
            <a:off x="761997" y="760941"/>
            <a:ext cx="7577672" cy="12194118"/>
          </a:xfrm>
          <a:prstGeom prst="rect">
            <a:avLst/>
          </a:prstGeom>
        </p:spPr>
        <p:txBody>
          <a:bodyPr lIns="91439" rIns="91439" anchor="t"/>
          <a:lstStyle/>
          <a:p>
            <a:endParaRPr/>
          </a:p>
        </p:txBody>
      </p:sp>
      <p:sp>
        <p:nvSpPr>
          <p:cNvPr id="674" name="Image"/>
          <p:cNvSpPr>
            <a:spLocks noGrp="1"/>
          </p:cNvSpPr>
          <p:nvPr>
            <p:ph type="pic" sz="half" idx="14"/>
          </p:nvPr>
        </p:nvSpPr>
        <p:spPr>
          <a:xfrm>
            <a:off x="8403164" y="760941"/>
            <a:ext cx="7577672" cy="12194118"/>
          </a:xfrm>
          <a:prstGeom prst="rect">
            <a:avLst/>
          </a:prstGeom>
        </p:spPr>
        <p:txBody>
          <a:bodyPr lIns="91439" rIns="91439" anchor="t"/>
          <a:lstStyle/>
          <a:p>
            <a:endParaRPr/>
          </a:p>
        </p:txBody>
      </p:sp>
      <p:sp>
        <p:nvSpPr>
          <p:cNvPr id="675" name="Image"/>
          <p:cNvSpPr>
            <a:spLocks noGrp="1"/>
          </p:cNvSpPr>
          <p:nvPr>
            <p:ph type="pic" sz="half" idx="15"/>
          </p:nvPr>
        </p:nvSpPr>
        <p:spPr>
          <a:xfrm>
            <a:off x="16046729" y="760941"/>
            <a:ext cx="7577671" cy="12194118"/>
          </a:xfrm>
          <a:prstGeom prst="rect">
            <a:avLst/>
          </a:prstGeom>
        </p:spPr>
        <p:txBody>
          <a:bodyPr lIns="91439" rIns="91439" anchor="t"/>
          <a:lstStyle/>
          <a:p>
            <a:endParaRPr/>
          </a:p>
        </p:txBody>
      </p:sp>
      <p:sp>
        <p:nvSpPr>
          <p:cNvPr id="676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pic>
        <p:nvPicPr>
          <p:cNvPr id="677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678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77242" y="239867"/>
            <a:ext cx="301909" cy="307341"/>
          </a:xfrm>
          <a:prstGeom prst="rect">
            <a:avLst/>
          </a:prstGeom>
        </p:spPr>
        <p:txBody>
          <a:bodyPr wrap="none"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Collage_Posi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5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686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687" name="Image"/>
          <p:cNvSpPr>
            <a:spLocks noGrp="1"/>
          </p:cNvSpPr>
          <p:nvPr>
            <p:ph type="pic" sz="half" idx="13"/>
          </p:nvPr>
        </p:nvSpPr>
        <p:spPr>
          <a:xfrm>
            <a:off x="760941" y="757796"/>
            <a:ext cx="11398251" cy="6064251"/>
          </a:xfrm>
          <a:prstGeom prst="rect">
            <a:avLst/>
          </a:prstGeom>
        </p:spPr>
        <p:txBody>
          <a:bodyPr lIns="91439" rIns="91439" anchor="t"/>
          <a:lstStyle/>
          <a:p>
            <a:endParaRPr/>
          </a:p>
        </p:txBody>
      </p:sp>
      <p:sp>
        <p:nvSpPr>
          <p:cNvPr id="688" name="Image"/>
          <p:cNvSpPr>
            <a:spLocks noGrp="1"/>
          </p:cNvSpPr>
          <p:nvPr>
            <p:ph type="pic" sz="half" idx="14"/>
          </p:nvPr>
        </p:nvSpPr>
        <p:spPr>
          <a:xfrm>
            <a:off x="12224808" y="757796"/>
            <a:ext cx="11398251" cy="6064251"/>
          </a:xfrm>
          <a:prstGeom prst="rect">
            <a:avLst/>
          </a:prstGeom>
        </p:spPr>
        <p:txBody>
          <a:bodyPr lIns="91439" rIns="91439" anchor="t"/>
          <a:lstStyle/>
          <a:p>
            <a:endParaRPr/>
          </a:p>
        </p:txBody>
      </p:sp>
      <p:sp>
        <p:nvSpPr>
          <p:cNvPr id="689" name="Image"/>
          <p:cNvSpPr>
            <a:spLocks noGrp="1"/>
          </p:cNvSpPr>
          <p:nvPr>
            <p:ph type="pic" sz="quarter" idx="15"/>
          </p:nvPr>
        </p:nvSpPr>
        <p:spPr>
          <a:xfrm>
            <a:off x="761997" y="6890808"/>
            <a:ext cx="7577672" cy="6064251"/>
          </a:xfrm>
          <a:prstGeom prst="rect">
            <a:avLst/>
          </a:prstGeom>
        </p:spPr>
        <p:txBody>
          <a:bodyPr lIns="91439" rIns="91439" anchor="t"/>
          <a:lstStyle/>
          <a:p>
            <a:endParaRPr/>
          </a:p>
        </p:txBody>
      </p:sp>
      <p:sp>
        <p:nvSpPr>
          <p:cNvPr id="690" name="Image"/>
          <p:cNvSpPr>
            <a:spLocks noGrp="1"/>
          </p:cNvSpPr>
          <p:nvPr>
            <p:ph type="pic" sz="quarter" idx="16"/>
          </p:nvPr>
        </p:nvSpPr>
        <p:spPr>
          <a:xfrm>
            <a:off x="8403164" y="6890808"/>
            <a:ext cx="7577672" cy="6064251"/>
          </a:xfrm>
          <a:prstGeom prst="rect">
            <a:avLst/>
          </a:prstGeom>
        </p:spPr>
        <p:txBody>
          <a:bodyPr lIns="91439" rIns="91439" anchor="t"/>
          <a:lstStyle/>
          <a:p>
            <a:endParaRPr/>
          </a:p>
        </p:txBody>
      </p:sp>
      <p:sp>
        <p:nvSpPr>
          <p:cNvPr id="691" name="Image"/>
          <p:cNvSpPr>
            <a:spLocks noGrp="1"/>
          </p:cNvSpPr>
          <p:nvPr>
            <p:ph type="pic" sz="quarter" idx="17"/>
          </p:nvPr>
        </p:nvSpPr>
        <p:spPr>
          <a:xfrm>
            <a:off x="16046729" y="6890808"/>
            <a:ext cx="7577671" cy="6064251"/>
          </a:xfrm>
          <a:prstGeom prst="rect">
            <a:avLst/>
          </a:prstGeom>
        </p:spPr>
        <p:txBody>
          <a:bodyPr lIns="91439" rIns="91439" anchor="t"/>
          <a:lstStyle/>
          <a:p>
            <a:endParaRPr/>
          </a:p>
        </p:txBody>
      </p:sp>
      <p:pic>
        <p:nvPicPr>
          <p:cNvPr id="692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693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69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77242" y="239867"/>
            <a:ext cx="301909" cy="307341"/>
          </a:xfrm>
          <a:prstGeom prst="rect">
            <a:avLst/>
          </a:prstGeom>
        </p:spPr>
        <p:txBody>
          <a:bodyPr wrap="none"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Collage_Negativ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1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702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703" name="Image"/>
          <p:cNvSpPr>
            <a:spLocks noGrp="1"/>
          </p:cNvSpPr>
          <p:nvPr>
            <p:ph type="pic" sz="half" idx="13"/>
          </p:nvPr>
        </p:nvSpPr>
        <p:spPr>
          <a:xfrm>
            <a:off x="760941" y="757796"/>
            <a:ext cx="11398251" cy="6064251"/>
          </a:xfrm>
          <a:prstGeom prst="rect">
            <a:avLst/>
          </a:prstGeom>
        </p:spPr>
        <p:txBody>
          <a:bodyPr lIns="91439" rIns="91439" anchor="t"/>
          <a:lstStyle/>
          <a:p>
            <a:endParaRPr/>
          </a:p>
        </p:txBody>
      </p:sp>
      <p:sp>
        <p:nvSpPr>
          <p:cNvPr id="704" name="Image"/>
          <p:cNvSpPr>
            <a:spLocks noGrp="1"/>
          </p:cNvSpPr>
          <p:nvPr>
            <p:ph type="pic" sz="half" idx="14"/>
          </p:nvPr>
        </p:nvSpPr>
        <p:spPr>
          <a:xfrm>
            <a:off x="12224808" y="757796"/>
            <a:ext cx="11398251" cy="6064251"/>
          </a:xfrm>
          <a:prstGeom prst="rect">
            <a:avLst/>
          </a:prstGeom>
        </p:spPr>
        <p:txBody>
          <a:bodyPr lIns="91439" rIns="91439" anchor="t"/>
          <a:lstStyle/>
          <a:p>
            <a:endParaRPr/>
          </a:p>
        </p:txBody>
      </p:sp>
      <p:sp>
        <p:nvSpPr>
          <p:cNvPr id="705" name="Image"/>
          <p:cNvSpPr>
            <a:spLocks noGrp="1"/>
          </p:cNvSpPr>
          <p:nvPr>
            <p:ph type="pic" sz="quarter" idx="15"/>
          </p:nvPr>
        </p:nvSpPr>
        <p:spPr>
          <a:xfrm>
            <a:off x="761997" y="6890808"/>
            <a:ext cx="7577672" cy="6064251"/>
          </a:xfrm>
          <a:prstGeom prst="rect">
            <a:avLst/>
          </a:prstGeom>
        </p:spPr>
        <p:txBody>
          <a:bodyPr lIns="91439" rIns="91439" anchor="t"/>
          <a:lstStyle/>
          <a:p>
            <a:endParaRPr/>
          </a:p>
        </p:txBody>
      </p:sp>
      <p:sp>
        <p:nvSpPr>
          <p:cNvPr id="706" name="Image"/>
          <p:cNvSpPr>
            <a:spLocks noGrp="1"/>
          </p:cNvSpPr>
          <p:nvPr>
            <p:ph type="pic" sz="quarter" idx="16"/>
          </p:nvPr>
        </p:nvSpPr>
        <p:spPr>
          <a:xfrm>
            <a:off x="8403164" y="6890808"/>
            <a:ext cx="7577672" cy="6064251"/>
          </a:xfrm>
          <a:prstGeom prst="rect">
            <a:avLst/>
          </a:prstGeom>
        </p:spPr>
        <p:txBody>
          <a:bodyPr lIns="91439" rIns="91439" anchor="t"/>
          <a:lstStyle/>
          <a:p>
            <a:endParaRPr/>
          </a:p>
        </p:txBody>
      </p:sp>
      <p:sp>
        <p:nvSpPr>
          <p:cNvPr id="707" name="Image"/>
          <p:cNvSpPr>
            <a:spLocks noGrp="1"/>
          </p:cNvSpPr>
          <p:nvPr>
            <p:ph type="pic" sz="quarter" idx="17"/>
          </p:nvPr>
        </p:nvSpPr>
        <p:spPr>
          <a:xfrm>
            <a:off x="16046729" y="6890808"/>
            <a:ext cx="7577671" cy="6064251"/>
          </a:xfrm>
          <a:prstGeom prst="rect">
            <a:avLst/>
          </a:prstGeom>
        </p:spPr>
        <p:txBody>
          <a:bodyPr lIns="91439" rIns="91439" anchor="t"/>
          <a:lstStyle/>
          <a:p>
            <a:endParaRPr/>
          </a:p>
        </p:txBody>
      </p:sp>
      <p:pic>
        <p:nvPicPr>
          <p:cNvPr id="708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709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710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77242" y="239867"/>
            <a:ext cx="301909" cy="307341"/>
          </a:xfrm>
          <a:prstGeom prst="rect">
            <a:avLst/>
          </a:prstGeom>
        </p:spPr>
        <p:txBody>
          <a:bodyPr wrap="none"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Blank_Negativ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8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729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730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63115" y="249544"/>
            <a:ext cx="316036" cy="320041"/>
          </a:xfrm>
          <a:prstGeom prst="rect">
            <a:avLst/>
          </a:prstGeom>
        </p:spPr>
        <p:txBody>
          <a:bodyPr wrap="none"/>
          <a:lstStyle>
            <a:lvl1pPr>
              <a:defRPr sz="1500"/>
            </a:lvl1pPr>
          </a:lstStyle>
          <a:p>
            <a:fld id="{86CB4B4D-7CA3-9044-876B-883B54F8677D}" type="slidenum">
              <a:rPr/>
              <a:t>‹#›</a:t>
            </a:fld>
            <a:endParaRPr/>
          </a:p>
        </p:txBody>
      </p:sp>
      <p:pic>
        <p:nvPicPr>
          <p:cNvPr id="731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732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</p:spTree>
  </p:cSld>
  <p:clrMapOvr>
    <a:masterClrMapping/>
  </p:clrMapOvr>
  <p:transition spd="med"/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Blank_Frame_Posi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39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740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74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63115" y="224144"/>
            <a:ext cx="316036" cy="320041"/>
          </a:xfrm>
          <a:prstGeom prst="rect">
            <a:avLst/>
          </a:prstGeom>
        </p:spPr>
        <p:txBody>
          <a:bodyPr wrap="none"/>
          <a:lstStyle>
            <a:lvl1pPr>
              <a:defRPr sz="1500"/>
            </a:lvl1pPr>
          </a:lstStyle>
          <a:p>
            <a:fld id="{86CB4B4D-7CA3-9044-876B-883B54F8677D}" type="slidenum">
              <a:rPr/>
              <a:t>‹#›</a:t>
            </a:fld>
            <a:endParaRPr/>
          </a:p>
        </p:txBody>
      </p:sp>
      <p:pic>
        <p:nvPicPr>
          <p:cNvPr id="742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743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744" name="Rectangle"/>
          <p:cNvSpPr>
            <a:spLocks noGrp="1"/>
          </p:cNvSpPr>
          <p:nvPr>
            <p:ph type="body" idx="13"/>
          </p:nvPr>
        </p:nvSpPr>
        <p:spPr>
          <a:xfrm>
            <a:off x="772203" y="771110"/>
            <a:ext cx="22855468" cy="12192001"/>
          </a:xfrm>
          <a:prstGeom prst="rect">
            <a:avLst/>
          </a:prstGeom>
          <a:solidFill>
            <a:srgbClr val="F3F3F3"/>
          </a:solidFill>
        </p:spPr>
        <p:txBody>
          <a:bodyPr lIns="50800" tIns="50800" rIns="50800" bIns="50800"/>
          <a:lstStyle/>
          <a:p>
            <a:pPr defTabSz="1172210">
              <a:defRPr sz="4600" cap="none">
                <a:solidFill>
                  <a:srgbClr val="333333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/>
          </a:p>
        </p:txBody>
      </p:sp>
    </p:spTree>
  </p:cSld>
  <p:clrMapOvr>
    <a:masterClrMapping/>
  </p:clrMapOvr>
  <p:transition spd="med"/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Blank_Frame_Neg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1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752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75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63115" y="224144"/>
            <a:ext cx="316036" cy="320041"/>
          </a:xfrm>
          <a:prstGeom prst="rect">
            <a:avLst/>
          </a:prstGeom>
        </p:spPr>
        <p:txBody>
          <a:bodyPr wrap="none"/>
          <a:lstStyle>
            <a:lvl1pPr>
              <a:defRPr sz="1500"/>
            </a:lvl1pPr>
          </a:lstStyle>
          <a:p>
            <a:fld id="{86CB4B4D-7CA3-9044-876B-883B54F8677D}" type="slidenum">
              <a:rPr/>
              <a:t>‹#›</a:t>
            </a:fld>
            <a:endParaRPr/>
          </a:p>
        </p:txBody>
      </p:sp>
      <p:pic>
        <p:nvPicPr>
          <p:cNvPr id="754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755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756" name="Rectangle"/>
          <p:cNvSpPr>
            <a:spLocks noGrp="1"/>
          </p:cNvSpPr>
          <p:nvPr>
            <p:ph type="body" idx="13"/>
          </p:nvPr>
        </p:nvSpPr>
        <p:spPr>
          <a:xfrm>
            <a:off x="772203" y="771110"/>
            <a:ext cx="22855468" cy="12192001"/>
          </a:xfrm>
          <a:prstGeom prst="rect">
            <a:avLst/>
          </a:prstGeom>
          <a:solidFill>
            <a:srgbClr val="000000"/>
          </a:solidFill>
        </p:spPr>
        <p:txBody>
          <a:bodyPr lIns="50800" tIns="50800" rIns="50800" bIns="50800"/>
          <a:lstStyle/>
          <a:p>
            <a:pPr defTabSz="1172210">
              <a:defRPr sz="4600" cap="none">
                <a:solidFill>
                  <a:srgbClr val="333333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/>
          </a:p>
        </p:txBody>
      </p:sp>
    </p:spTree>
  </p:cSld>
  <p:clrMapOvr>
    <a:masterClrMapping/>
  </p:clrMapOvr>
  <p:transition spd="med"/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Blank_Negativ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0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791" name="A Thundersoft® company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t>A Thundersoft</a:t>
            </a:r>
            <a:r>
              <a:rPr baseline="32000"/>
              <a:t>®</a:t>
            </a:r>
            <a:r>
              <a:t> company</a:t>
            </a:r>
          </a:p>
        </p:txBody>
      </p:sp>
      <p:sp>
        <p:nvSpPr>
          <p:cNvPr id="792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63115" y="249544"/>
            <a:ext cx="316036" cy="320041"/>
          </a:xfrm>
          <a:prstGeom prst="rect">
            <a:avLst/>
          </a:prstGeom>
        </p:spPr>
        <p:txBody>
          <a:bodyPr wrap="none"/>
          <a:lstStyle>
            <a:lvl1pPr>
              <a:defRPr sz="1500"/>
            </a:lvl1pPr>
          </a:lstStyle>
          <a:p>
            <a:fld id="{86CB4B4D-7CA3-9044-876B-883B54F8677D}" type="slidenum">
              <a:rPr/>
              <a:t>‹#›</a:t>
            </a:fld>
            <a:endParaRPr/>
          </a:p>
        </p:txBody>
      </p:sp>
      <p:pic>
        <p:nvPicPr>
          <p:cNvPr id="793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794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</p:spTree>
  </p:cSld>
  <p:clrMapOvr>
    <a:masterClrMapping/>
  </p:clrMapOvr>
  <p:transition spd="med"/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3048000" y="2244726"/>
            <a:ext cx="18288000" cy="4775200"/>
          </a:xfrm>
        </p:spPr>
        <p:txBody>
          <a:bodyPr anchor="b"/>
          <a:lstStyle>
            <a:lvl1pPr algn="ctr">
              <a:defRPr sz="12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3048000" y="7204076"/>
            <a:ext cx="18288000" cy="3311524"/>
          </a:xfrm>
        </p:spPr>
        <p:txBody>
          <a:bodyPr/>
          <a:lstStyle>
            <a:lvl1pPr marL="0" indent="0" algn="ctr">
              <a:buNone/>
              <a:defRPr sz="4800"/>
            </a:lvl1pPr>
            <a:lvl2pPr marL="914400" indent="0" algn="ctr">
              <a:buNone/>
              <a:defRPr sz="4000"/>
            </a:lvl2pPr>
            <a:lvl3pPr marL="1828800" indent="0" algn="ctr">
              <a:buNone/>
              <a:defRPr sz="3600"/>
            </a:lvl3pPr>
            <a:lvl4pPr marL="2743200" indent="0" algn="ctr">
              <a:buNone/>
              <a:defRPr sz="3200"/>
            </a:lvl4pPr>
            <a:lvl5pPr marL="3657600" indent="0" algn="ctr">
              <a:buNone/>
              <a:defRPr sz="3200"/>
            </a:lvl5pPr>
            <a:lvl6pPr marL="4572000" indent="0" algn="ctr">
              <a:buNone/>
              <a:defRPr sz="3200"/>
            </a:lvl6pPr>
            <a:lvl7pPr marL="5486400" indent="0" algn="ctr">
              <a:buNone/>
              <a:defRPr sz="3200"/>
            </a:lvl7pPr>
            <a:lvl8pPr marL="6400800" indent="0" algn="ctr">
              <a:buNone/>
              <a:defRPr sz="3200"/>
            </a:lvl8pPr>
            <a:lvl9pPr marL="7315200" indent="0" algn="ctr">
              <a:buNone/>
              <a:defRPr sz="32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1676400" y="12712700"/>
            <a:ext cx="5486400" cy="730250"/>
          </a:xfrm>
        </p:spPr>
        <p:txBody>
          <a:bodyPr/>
          <a:lstStyle/>
          <a:p>
            <a:fld id="{AD47BF0B-C5F6-456B-99D9-1E84273BA548}" type="datetimeFigureOut">
              <a:rPr lang="zh-CN" altLang="en-US" smtClean="0"/>
              <a:t>2026/6/26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8077200" y="12712700"/>
            <a:ext cx="8229600" cy="73025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D46980-5119-4026-8E95-9D17368CBCF1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transition spd="med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theme" Target="../theme/theme1.xml"/><Relationship Id="rId41" Type="http://schemas.openxmlformats.org/officeDocument/2006/relationships/image" Target="../media/image1.png"/><Relationship Id="rId42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>
              <a:defRPr>
                <a:solidFill>
                  <a:srgbClr val="777777"/>
                </a:solidFill>
              </a:defRPr>
            </a:pPr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3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4" name="Title Text"/>
          <p:cNvSpPr txBox="1">
            <a:spLocks noGrp="1"/>
          </p:cNvSpPr>
          <p:nvPr>
            <p:ph type="title"/>
          </p:nvPr>
        </p:nvSpPr>
        <p:spPr>
          <a:xfrm>
            <a:off x="719137" y="5970220"/>
            <a:ext cx="22944138" cy="780347"/>
          </a:xfrm>
          <a:prstGeom prst="rect">
            <a:avLst/>
          </a:prstGeom>
          <a:ln w="12700">
            <a:miter lim="400000"/>
          </a:ln>
        </p:spPr>
        <p:txBody>
          <a:bodyPr lIns="45719" rIns="45719" anchor="ctr"/>
          <a:lstStyle/>
          <a:p>
            <a:r>
              <a:t>Title Text</a:t>
            </a:r>
          </a:p>
        </p:txBody>
      </p:sp>
      <p:pic>
        <p:nvPicPr>
          <p:cNvPr id="5" name="Image"/>
          <p:cNvPicPr>
            <a:picLocks noChangeAspect="1"/>
          </p:cNvPicPr>
          <p:nvPr userDrawn="1"/>
        </p:nvPicPr>
        <p:blipFill>
          <a:blip r:embed="rId4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6" name="Rectangle"/>
          <p:cNvSpPr/>
          <p:nvPr/>
        </p:nvSpPr>
        <p:spPr>
          <a:xfrm rot="16200000">
            <a:off x="12128500" y="7301279"/>
            <a:ext cx="127000" cy="762001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333333"/>
                </a:solidFill>
              </a:defRPr>
            </a:pPr>
            <a:endParaRPr/>
          </a:p>
        </p:txBody>
      </p:sp>
      <p:pic>
        <p:nvPicPr>
          <p:cNvPr id="7" name="image1.pdf" descr="image1.pdf"/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8" name="Body Level One…"/>
          <p:cNvSpPr txBox="1">
            <a:spLocks noGrp="1"/>
          </p:cNvSpPr>
          <p:nvPr>
            <p:ph type="body" idx="1"/>
          </p:nvPr>
        </p:nvSpPr>
        <p:spPr>
          <a:xfrm>
            <a:off x="719137" y="6826667"/>
            <a:ext cx="22944139" cy="591516"/>
          </a:xfrm>
          <a:prstGeom prst="rect">
            <a:avLst/>
          </a:prstGeom>
          <a:ln w="12700">
            <a:miter lim="400000"/>
          </a:ln>
        </p:spPr>
        <p:txBody>
          <a:bodyPr lIns="45719" rIns="45719" anchor="ctr"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7926112" y="838038"/>
            <a:ext cx="5689601" cy="736601"/>
          </a:xfrm>
          <a:prstGeom prst="rect">
            <a:avLst/>
          </a:prstGeom>
          <a:ln w="12700">
            <a:miter lim="400000"/>
          </a:ln>
        </p:spPr>
        <p:txBody>
          <a:bodyPr lIns="45719" rIns="45719" anchor="ctr">
            <a:spAutoFit/>
          </a:bodyPr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60" r:id="rId11"/>
    <p:sldLayoutId id="2147483661" r:id="rId12"/>
    <p:sldLayoutId id="2147483662" r:id="rId13"/>
    <p:sldLayoutId id="2147483663" r:id="rId14"/>
    <p:sldLayoutId id="2147483664" r:id="rId15"/>
    <p:sldLayoutId id="2147483665" r:id="rId16"/>
    <p:sldLayoutId id="2147483666" r:id="rId17"/>
    <p:sldLayoutId id="2147483667" r:id="rId18"/>
    <p:sldLayoutId id="2147483668" r:id="rId19"/>
    <p:sldLayoutId id="2147483669" r:id="rId20"/>
    <p:sldLayoutId id="2147483670" r:id="rId21"/>
    <p:sldLayoutId id="2147483671" r:id="rId22"/>
    <p:sldLayoutId id="2147483672" r:id="rId23"/>
    <p:sldLayoutId id="2147483673" r:id="rId24"/>
    <p:sldLayoutId id="2147483674" r:id="rId25"/>
    <p:sldLayoutId id="2147483675" r:id="rId26"/>
    <p:sldLayoutId id="2147483676" r:id="rId27"/>
    <p:sldLayoutId id="2147483677" r:id="rId28"/>
    <p:sldLayoutId id="2147483678" r:id="rId29"/>
    <p:sldLayoutId id="2147483679" r:id="rId30"/>
    <p:sldLayoutId id="2147483680" r:id="rId31"/>
    <p:sldLayoutId id="2147483681" r:id="rId32"/>
    <p:sldLayoutId id="2147483682" r:id="rId33"/>
    <p:sldLayoutId id="2147483683" r:id="rId34"/>
    <p:sldLayoutId id="2147483684" r:id="rId35"/>
    <p:sldLayoutId id="2147483685" r:id="rId36"/>
    <p:sldLayoutId id="2147483686" r:id="rId37"/>
    <p:sldLayoutId id="2147483687" r:id="rId38"/>
    <p:sldLayoutId id="2147483688" r:id="rId39"/>
  </p:sldLayoutIdLst>
  <p:transition spd="med"/>
  <p:txStyles>
    <p:titleStyle>
      <a:lvl1pPr marL="0" marR="0" indent="0" algn="ctr" defTabSz="117221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7000" b="1" i="0" u="none" strike="noStrike" cap="all" spc="0" baseline="0">
          <a:solidFill>
            <a:srgbClr val="000000"/>
          </a:solidFill>
          <a:uFillTx/>
          <a:latin typeface="+mn-lt"/>
          <a:ea typeface="+mn-ea"/>
          <a:cs typeface="+mn-cs"/>
          <a:sym typeface="DIN Next LT Pro"/>
        </a:defRPr>
      </a:lvl1pPr>
      <a:lvl2pPr marL="0" marR="0" indent="0" algn="ctr" defTabSz="117221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7000" b="1" i="0" u="none" strike="noStrike" cap="all" spc="0" baseline="0">
          <a:solidFill>
            <a:srgbClr val="000000"/>
          </a:solidFill>
          <a:uFillTx/>
          <a:latin typeface="+mn-lt"/>
          <a:ea typeface="+mn-ea"/>
          <a:cs typeface="+mn-cs"/>
          <a:sym typeface="DIN Next LT Pro"/>
        </a:defRPr>
      </a:lvl2pPr>
      <a:lvl3pPr marL="0" marR="0" indent="0" algn="ctr" defTabSz="117221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7000" b="1" i="0" u="none" strike="noStrike" cap="all" spc="0" baseline="0">
          <a:solidFill>
            <a:srgbClr val="000000"/>
          </a:solidFill>
          <a:uFillTx/>
          <a:latin typeface="+mn-lt"/>
          <a:ea typeface="+mn-ea"/>
          <a:cs typeface="+mn-cs"/>
          <a:sym typeface="DIN Next LT Pro"/>
        </a:defRPr>
      </a:lvl3pPr>
      <a:lvl4pPr marL="0" marR="0" indent="0" algn="ctr" defTabSz="117221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7000" b="1" i="0" u="none" strike="noStrike" cap="all" spc="0" baseline="0">
          <a:solidFill>
            <a:srgbClr val="000000"/>
          </a:solidFill>
          <a:uFillTx/>
          <a:latin typeface="+mn-lt"/>
          <a:ea typeface="+mn-ea"/>
          <a:cs typeface="+mn-cs"/>
          <a:sym typeface="DIN Next LT Pro"/>
        </a:defRPr>
      </a:lvl4pPr>
      <a:lvl5pPr marL="0" marR="0" indent="0" algn="ctr" defTabSz="117221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7000" b="1" i="0" u="none" strike="noStrike" cap="all" spc="0" baseline="0">
          <a:solidFill>
            <a:srgbClr val="000000"/>
          </a:solidFill>
          <a:uFillTx/>
          <a:latin typeface="+mn-lt"/>
          <a:ea typeface="+mn-ea"/>
          <a:cs typeface="+mn-cs"/>
          <a:sym typeface="DIN Next LT Pro"/>
        </a:defRPr>
      </a:lvl5pPr>
      <a:lvl6pPr marL="0" marR="0" indent="0" algn="ctr" defTabSz="117221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7000" b="1" i="0" u="none" strike="noStrike" cap="all" spc="0" baseline="0">
          <a:solidFill>
            <a:srgbClr val="000000"/>
          </a:solidFill>
          <a:uFillTx/>
          <a:latin typeface="+mn-lt"/>
          <a:ea typeface="+mn-ea"/>
          <a:cs typeface="+mn-cs"/>
          <a:sym typeface="DIN Next LT Pro"/>
        </a:defRPr>
      </a:lvl6pPr>
      <a:lvl7pPr marL="0" marR="0" indent="0" algn="ctr" defTabSz="117221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7000" b="1" i="0" u="none" strike="noStrike" cap="all" spc="0" baseline="0">
          <a:solidFill>
            <a:srgbClr val="000000"/>
          </a:solidFill>
          <a:uFillTx/>
          <a:latin typeface="+mn-lt"/>
          <a:ea typeface="+mn-ea"/>
          <a:cs typeface="+mn-cs"/>
          <a:sym typeface="DIN Next LT Pro"/>
        </a:defRPr>
      </a:lvl7pPr>
      <a:lvl8pPr marL="0" marR="0" indent="0" algn="ctr" defTabSz="117221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7000" b="1" i="0" u="none" strike="noStrike" cap="all" spc="0" baseline="0">
          <a:solidFill>
            <a:srgbClr val="000000"/>
          </a:solidFill>
          <a:uFillTx/>
          <a:latin typeface="+mn-lt"/>
          <a:ea typeface="+mn-ea"/>
          <a:cs typeface="+mn-cs"/>
          <a:sym typeface="DIN Next LT Pro"/>
        </a:defRPr>
      </a:lvl8pPr>
      <a:lvl9pPr marL="0" marR="0" indent="0" algn="ctr" defTabSz="117221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7000" b="1" i="0" u="none" strike="noStrike" cap="all" spc="0" baseline="0">
          <a:solidFill>
            <a:srgbClr val="000000"/>
          </a:solidFill>
          <a:uFillTx/>
          <a:latin typeface="+mn-lt"/>
          <a:ea typeface="+mn-ea"/>
          <a:cs typeface="+mn-cs"/>
          <a:sym typeface="DIN Next LT Pro"/>
        </a:defRPr>
      </a:lvl9pPr>
    </p:titleStyle>
    <p:bodyStyle>
      <a:lvl1pPr marL="0" marR="0" indent="0" algn="ctr" defTabSz="8255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3000" b="0" i="0" u="none" strike="noStrike" cap="all" spc="0" baseline="0">
          <a:solidFill>
            <a:srgbClr val="000000"/>
          </a:solidFill>
          <a:uFillTx/>
          <a:latin typeface="DIN Next LT Pro Light"/>
          <a:ea typeface="DIN Next LT Pro Light"/>
          <a:cs typeface="DIN Next LT Pro Light"/>
          <a:sym typeface="DIN Next LT Pro Light"/>
        </a:defRPr>
      </a:lvl1pPr>
      <a:lvl2pPr marL="0" marR="0" indent="1172210" algn="ctr" defTabSz="8255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3000" b="0" i="0" u="none" strike="noStrike" cap="all" spc="0" baseline="0">
          <a:solidFill>
            <a:srgbClr val="000000"/>
          </a:solidFill>
          <a:uFillTx/>
          <a:latin typeface="DIN Next LT Pro Light"/>
          <a:ea typeface="DIN Next LT Pro Light"/>
          <a:cs typeface="DIN Next LT Pro Light"/>
          <a:sym typeface="DIN Next LT Pro Light"/>
        </a:defRPr>
      </a:lvl2pPr>
      <a:lvl3pPr marL="0" marR="0" indent="2345055" algn="ctr" defTabSz="8255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3000" b="0" i="0" u="none" strike="noStrike" cap="all" spc="0" baseline="0">
          <a:solidFill>
            <a:srgbClr val="000000"/>
          </a:solidFill>
          <a:uFillTx/>
          <a:latin typeface="DIN Next LT Pro Light"/>
          <a:ea typeface="DIN Next LT Pro Light"/>
          <a:cs typeface="DIN Next LT Pro Light"/>
          <a:sym typeface="DIN Next LT Pro Light"/>
        </a:defRPr>
      </a:lvl3pPr>
      <a:lvl4pPr marL="0" marR="0" indent="3517265" algn="ctr" defTabSz="8255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3000" b="0" i="0" u="none" strike="noStrike" cap="all" spc="0" baseline="0">
          <a:solidFill>
            <a:srgbClr val="000000"/>
          </a:solidFill>
          <a:uFillTx/>
          <a:latin typeface="DIN Next LT Pro Light"/>
          <a:ea typeface="DIN Next LT Pro Light"/>
          <a:cs typeface="DIN Next LT Pro Light"/>
          <a:sym typeface="DIN Next LT Pro Light"/>
        </a:defRPr>
      </a:lvl4pPr>
      <a:lvl5pPr marL="0" marR="0" indent="4689475" algn="ctr" defTabSz="8255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3000" b="0" i="0" u="none" strike="noStrike" cap="all" spc="0" baseline="0">
          <a:solidFill>
            <a:srgbClr val="000000"/>
          </a:solidFill>
          <a:uFillTx/>
          <a:latin typeface="DIN Next LT Pro Light"/>
          <a:ea typeface="DIN Next LT Pro Light"/>
          <a:cs typeface="DIN Next LT Pro Light"/>
          <a:sym typeface="DIN Next LT Pro Light"/>
        </a:defRPr>
      </a:lvl5pPr>
      <a:lvl6pPr marL="0" marR="0" indent="5861685" algn="ctr" defTabSz="8255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3000" b="0" i="0" u="none" strike="noStrike" cap="all" spc="0" baseline="0">
          <a:solidFill>
            <a:srgbClr val="000000"/>
          </a:solidFill>
          <a:uFillTx/>
          <a:latin typeface="DIN Next LT Pro Light"/>
          <a:ea typeface="DIN Next LT Pro Light"/>
          <a:cs typeface="DIN Next LT Pro Light"/>
          <a:sym typeface="DIN Next LT Pro Light"/>
        </a:defRPr>
      </a:lvl6pPr>
      <a:lvl7pPr marL="0" marR="0" indent="7034530" algn="ctr" defTabSz="8255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3000" b="0" i="0" u="none" strike="noStrike" cap="all" spc="0" baseline="0">
          <a:solidFill>
            <a:srgbClr val="000000"/>
          </a:solidFill>
          <a:uFillTx/>
          <a:latin typeface="DIN Next LT Pro Light"/>
          <a:ea typeface="DIN Next LT Pro Light"/>
          <a:cs typeface="DIN Next LT Pro Light"/>
          <a:sym typeface="DIN Next LT Pro Light"/>
        </a:defRPr>
      </a:lvl7pPr>
      <a:lvl8pPr marL="0" marR="0" indent="8206740" algn="ctr" defTabSz="8255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3000" b="0" i="0" u="none" strike="noStrike" cap="all" spc="0" baseline="0">
          <a:solidFill>
            <a:srgbClr val="000000"/>
          </a:solidFill>
          <a:uFillTx/>
          <a:latin typeface="DIN Next LT Pro Light"/>
          <a:ea typeface="DIN Next LT Pro Light"/>
          <a:cs typeface="DIN Next LT Pro Light"/>
          <a:sym typeface="DIN Next LT Pro Light"/>
        </a:defRPr>
      </a:lvl8pPr>
      <a:lvl9pPr marL="0" marR="0" indent="9378950" algn="ctr" defTabSz="8255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3000" b="0" i="0" u="none" strike="noStrike" cap="all" spc="0" baseline="0">
          <a:solidFill>
            <a:srgbClr val="000000"/>
          </a:solidFill>
          <a:uFillTx/>
          <a:latin typeface="DIN Next LT Pro Light"/>
          <a:ea typeface="DIN Next LT Pro Light"/>
          <a:cs typeface="DIN Next LT Pro Light"/>
          <a:sym typeface="DIN Next LT Pro Light"/>
        </a:defRPr>
      </a:lvl9pPr>
    </p:bodyStyle>
    <p:otherStyle>
      <a:lvl1pPr marL="0" marR="0" indent="0" algn="r" defTabSz="117221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4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1172210" algn="r" defTabSz="117221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4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2345055" algn="r" defTabSz="117221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4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3517265" algn="r" defTabSz="117221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4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4689475" algn="r" defTabSz="117221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4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5pPr>
      <a:lvl6pPr marL="0" marR="0" indent="5861685" algn="r" defTabSz="117221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4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6pPr>
      <a:lvl7pPr marL="0" marR="0" indent="7034530" algn="r" defTabSz="117221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4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7pPr>
      <a:lvl8pPr marL="0" marR="0" indent="8206740" algn="r" defTabSz="117221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4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8pPr>
      <a:lvl9pPr marL="0" marR="0" indent="9378950" algn="r" defTabSz="117221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4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/>
          <p:cNvSpPr txBox="1"/>
          <p:nvPr/>
        </p:nvSpPr>
        <p:spPr>
          <a:xfrm>
            <a:off x="685801" y="193039"/>
            <a:ext cx="4067810" cy="11169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ctr">
            <a:spAutoFit/>
          </a:bodyPr>
          <a:lstStyle/>
          <a:p>
            <a:pPr marL="0" marR="0" lvl="0" indent="0" algn="l" defTabSz="117221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ja-JP" sz="6600" b="0" i="0" u="none" strike="noStrike" kern="0" cap="none" spc="0" normalizeH="0" baseline="0" noProof="0" dirty="0">
                <a:ln>
                  <a:noFill/>
                </a:ln>
                <a:solidFill>
                  <a:srgbClr val="434343">
                    <a:lumMod val="50000"/>
                  </a:srgbClr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Helvetica"/>
                <a:sym typeface="Helvetica"/>
              </a:rPr>
              <a:t>Summary</a:t>
            </a:r>
          </a:p>
        </p:txBody>
      </p:sp>
      <p:graphicFrame>
        <p:nvGraphicFramePr>
          <p:cNvPr id="16" name="表格 1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9925240"/>
              </p:ext>
            </p:extLst>
          </p:nvPr>
        </p:nvGraphicFramePr>
        <p:xfrm>
          <a:off x="3118797" y="1617786"/>
          <a:ext cx="17523914" cy="1267555"/>
        </p:xfrm>
        <a:graphic>
          <a:graphicData uri="http://schemas.openxmlformats.org/drawingml/2006/table">
            <a:tbl>
              <a:tblPr/>
              <a:tblGrid>
                <a:gridCol w="87619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7619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67555">
                <a:tc>
                  <a:txBody>
                    <a:bodyPr/>
                    <a:lstStyle/>
                    <a:p/>
                  </a:txBody>
                  <a:tcPr marL="23070" marR="23070" marT="11535" marB="1153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t>VEL-16399</a:t>
                      </a:r>
                    </a:p>
                  </a:txBody>
                  <a:tcPr marL="23070" marR="23070" marT="11535" marB="1153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文本框 6">
            <a:extLst>
              <a:ext uri="{FF2B5EF4-FFF2-40B4-BE49-F238E27FC236}">
                <a16:creationId xmlns:a16="http://schemas.microsoft.com/office/drawing/2014/main" id="{C616AC37-0582-BEC0-6E99-71ADFF557283}"/>
              </a:ext>
            </a:extLst>
          </p:cNvPr>
          <p:cNvSpPr txBox="1"/>
          <p:nvPr/>
        </p:nvSpPr>
        <p:spPr>
          <a:xfrm>
            <a:off x="294957" y="2716035"/>
            <a:ext cx="23794085" cy="189113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50800" tIns="50800" rIns="50800" bIns="50800" numCol="1" spcCol="38100" rtlCol="0" anchor="ctr" forceAA="0">
            <a:noAutofit/>
          </a:bodyPr>
          <a:lstStyle/>
          <a:p>
            <a:pPr algn="l"/>
            <a:r>
              <a:rPr lang="en-US" altLang="zh-CN" sz="3200" dirty="0">
                <a:solidFill>
                  <a:schemeClr val="tx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VEL-16399 【#2(Toyota)】【DN】【Animation】【745D】【新增功能】新增Normal Display - Battery Status功能 动效对应</a:t>
            </a:r>
            <a:endParaRPr lang="zh-CN" altLang="en-US" sz="3200" b="1" dirty="0">
              <a:solidFill>
                <a:schemeClr val="tx2"/>
              </a:solidFill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3C83B96-6DD2-8EA4-60C9-11D67C7E21CD}"/>
              </a:ext>
            </a:extLst>
          </p:cNvPr>
          <p:cNvSpPr txBox="1"/>
          <p:nvPr/>
        </p:nvSpPr>
        <p:spPr>
          <a:xfrm>
            <a:off x="12673440" y="1272978"/>
            <a:ext cx="6530634" cy="1087477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none" lIns="50800" tIns="50800" rIns="50800" bIns="50800" numCol="1" spcCol="38100" rtlCol="0" anchor="t" forceAA="0">
            <a:spAutoFit/>
          </a:bodyPr>
          <a:lstStyle/>
          <a:p>
            <a:pPr lvl="0" algn="l">
              <a:defRPr/>
            </a:pPr>
            <a:r>
              <a:rPr lang="en-US" altLang="zh-CN" sz="6400" dirty="0">
                <a:solidFill>
                  <a:srgbClr val="434343">
                    <a:lumMod val="50000"/>
                  </a:srgbClr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/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98AA5B65-BF3C-37BA-BBFF-E961FA80168C}"/>
              </a:ext>
            </a:extLst>
          </p:cNvPr>
          <p:cNvSpPr txBox="1"/>
          <p:nvPr/>
        </p:nvSpPr>
        <p:spPr>
          <a:xfrm>
            <a:off x="649605" y="1277620"/>
            <a:ext cx="3683701" cy="1087477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none" lIns="50800" tIns="50800" rIns="50800" bIns="50800" numCol="1" spcCol="38100" rtlCol="0" anchor="t" forceAA="0">
            <a:spAutoFit/>
          </a:bodyPr>
          <a:lstStyle/>
          <a:p>
            <a:pPr lvl="0" algn="l">
              <a:defRPr/>
            </a:pPr>
            <a:r>
              <a:rPr lang="en-US" altLang="zh-CN" sz="6400" dirty="0">
                <a:solidFill>
                  <a:srgbClr val="434343">
                    <a:lumMod val="50000"/>
                  </a:srgbClr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/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MMONDATA" val="eyJoZGlkIjoiNzNhODAwZTI3ZGUxNGNlYTFhMTRmYWU0ZDI3YTBiNGQifQ=="/>
</p:tagLst>
</file>

<file path=ppt/theme/theme1.xml><?xml version="1.0" encoding="utf-8"?>
<a:theme xmlns:a="http://schemas.openxmlformats.org/drawingml/2006/main" name="Black">
  <a:themeElements>
    <a:clrScheme name="Black">
      <a:dk1>
        <a:srgbClr val="6C6C6C"/>
      </a:dk1>
      <a:lt1>
        <a:srgbClr val="FFFFFF"/>
      </a:lt1>
      <a:dk2>
        <a:srgbClr val="434343"/>
      </a:dk2>
      <a:lt2>
        <a:srgbClr val="A9A9A9"/>
      </a:lt2>
      <a:accent1>
        <a:srgbClr val="0076BA"/>
      </a:accent1>
      <a:accent2>
        <a:srgbClr val="00A89D"/>
      </a:accent2>
      <a:accent3>
        <a:srgbClr val="1DB100"/>
      </a:accent3>
      <a:accent4>
        <a:srgbClr val="F8BA00"/>
      </a:accent4>
      <a:accent5>
        <a:srgbClr val="EE220C"/>
      </a:accent5>
      <a:accent6>
        <a:srgbClr val="CB297B"/>
      </a:accent6>
      <a:hlink>
        <a:srgbClr val="0000FF"/>
      </a:hlink>
      <a:folHlink>
        <a:srgbClr val="FF00FF"/>
      </a:folHlink>
    </a:clrScheme>
    <a:fontScheme name="Black">
      <a:majorFont>
        <a:latin typeface="DIN Next LT Pro"/>
        <a:ea typeface="DIN Next LT Pro"/>
        <a:cs typeface="DIN Next LT Pro"/>
      </a:majorFont>
      <a:minorFont>
        <a:latin typeface="DIN Next LT Pro"/>
        <a:ea typeface="DIN Next LT Pro"/>
        <a:cs typeface="DIN Next LT Pro"/>
      </a:minorFont>
    </a:fontScheme>
    <a:fmtScheme name="Black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>
            <a:lumOff val="13529"/>
          </a:schemeClr>
        </a:solidFill>
        <a:ln w="12700" cap="flat">
          <a:noFill/>
          <a:miter lim="400000"/>
        </a:ln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117221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4600" b="0" i="0" u="none" strike="noStrike" cap="none" spc="0" normalizeH="0" baseline="0">
            <a:ln>
              <a:noFill/>
            </a:ln>
            <a:solidFill>
              <a:srgbClr val="333333"/>
            </a:solidFill>
            <a:effectLst/>
            <a:uFillTx/>
            <a:latin typeface="Helvetica"/>
            <a:ea typeface="Helvetica"/>
            <a:cs typeface="Helvetica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FFFFFF"/>
          </a:solidFill>
          <a:prstDash val="solid"/>
          <a:miter lim="400000"/>
        </a:ln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r" defTabSz="117221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400" b="0" i="0" u="none" strike="noStrike" cap="none" spc="0" normalizeH="0" baseline="0">
            <a:ln>
              <a:noFill/>
            </a:ln>
            <a:solidFill>
              <a:srgbClr val="6C6C6C"/>
            </a:solidFill>
            <a:effectLst/>
            <a:uFillTx/>
            <a:latin typeface="Helvetica"/>
            <a:ea typeface="Helvetica"/>
            <a:cs typeface="Helvetica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Black">
  <a:themeElements>
    <a:clrScheme name="Black">
      <a:dk1>
        <a:srgbClr val="000000"/>
      </a:dk1>
      <a:lt1>
        <a:srgbClr val="FFFFFF"/>
      </a:lt1>
      <a:dk2>
        <a:srgbClr val="434343"/>
      </a:dk2>
      <a:lt2>
        <a:srgbClr val="A9A9A9"/>
      </a:lt2>
      <a:accent1>
        <a:srgbClr val="0076BA"/>
      </a:accent1>
      <a:accent2>
        <a:srgbClr val="00A89D"/>
      </a:accent2>
      <a:accent3>
        <a:srgbClr val="1DB100"/>
      </a:accent3>
      <a:accent4>
        <a:srgbClr val="F8BA00"/>
      </a:accent4>
      <a:accent5>
        <a:srgbClr val="EE220C"/>
      </a:accent5>
      <a:accent6>
        <a:srgbClr val="CB297B"/>
      </a:accent6>
      <a:hlink>
        <a:srgbClr val="0000FF"/>
      </a:hlink>
      <a:folHlink>
        <a:srgbClr val="FF00FF"/>
      </a:folHlink>
    </a:clrScheme>
    <a:fontScheme name="Black">
      <a:majorFont>
        <a:latin typeface="DIN Next LT Pro"/>
        <a:ea typeface="DIN Next LT Pro"/>
        <a:cs typeface="DIN Next LT Pro"/>
      </a:majorFont>
      <a:minorFont>
        <a:latin typeface="DIN Next LT Pro"/>
        <a:ea typeface="DIN Next LT Pro"/>
        <a:cs typeface="DIN Next LT Pro"/>
      </a:minorFont>
    </a:fontScheme>
    <a:fmtScheme name="Black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>
            <a:lumOff val="13529"/>
          </a:schemeClr>
        </a:solidFill>
        <a:ln w="12700" cap="flat">
          <a:noFill/>
          <a:miter lim="400000"/>
        </a:ln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117221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4600" b="0" i="0" u="none" strike="noStrike" cap="none" spc="0" normalizeH="0" baseline="0">
            <a:ln>
              <a:noFill/>
            </a:ln>
            <a:solidFill>
              <a:srgbClr val="333333"/>
            </a:solidFill>
            <a:effectLst/>
            <a:uFillTx/>
            <a:latin typeface="Helvetica"/>
            <a:ea typeface="Helvetica"/>
            <a:cs typeface="Helvetica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FFFFFF"/>
          </a:solidFill>
          <a:prstDash val="solid"/>
          <a:miter lim="400000"/>
        </a:ln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r" defTabSz="117221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400" b="0" i="0" u="none" strike="noStrike" cap="none" spc="0" normalizeH="0" baseline="0">
            <a:ln>
              <a:noFill/>
            </a:ln>
            <a:solidFill>
              <a:srgbClr val="6C6C6C"/>
            </a:solidFill>
            <a:effectLst/>
            <a:uFillTx/>
            <a:latin typeface="Helvetica"/>
            <a:ea typeface="Helvetica"/>
            <a:cs typeface="Helvetica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4591</TotalTime>
  <Words>25</Words>
  <Application>Microsoft Office PowerPoint</Application>
  <PresentationFormat>自定义</PresentationFormat>
  <Paragraphs>9</Paragraphs>
  <Slides>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11" baseType="lpstr">
      <vt:lpstr>DIN Next LT Pro</vt:lpstr>
      <vt:lpstr>DIN Next LT Pro Light</vt:lpstr>
      <vt:lpstr>Helvetica Neue</vt:lpstr>
      <vt:lpstr>Meiryo UI</vt:lpstr>
      <vt:lpstr>Arial</vt:lpstr>
      <vt:lpstr>Calibri</vt:lpstr>
      <vt:lpstr>Helvetica</vt:lpstr>
      <vt:lpstr>Black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Veleda Map Discussion</dc:title>
  <dc:creator>Qiang Qian</dc:creator>
  <cp:lastModifiedBy>Tyrion Bao</cp:lastModifiedBy>
  <cp:revision>712</cp:revision>
  <dcterms:created xsi:type="dcterms:W3CDTF">2020-12-01T15:42:00Z</dcterms:created>
  <dcterms:modified xsi:type="dcterms:W3CDTF">2026-06-26T06:48:06Z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18A3F5937EC14E14BFDA16CFFD0A544D_13</vt:lpwstr>
  </property>
  <property fmtid="{D5CDD505-2E9C-101B-9397-08002B2CF9AE}" pid="3" name="KSOProductBuildVer">
    <vt:lpwstr>1033-12.2.0.23196</vt:lpwstr>
  </property>
</Properties>
</file>
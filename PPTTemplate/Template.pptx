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1248" r:id="rId2"/>
    <p:sldId id="1397" r:id="rId3"/>
    <p:sldId id="1399" r:id="rId4"/>
  </p:sldIdLst>
  <p:sldSz cx="24384000" cy="13716000"/>
  <p:notesSz cx="6858000" cy="9144000"/>
  <p:custDataLst>
    <p:tags r:id="rId7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1pPr>
    <a:lvl2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2pPr>
    <a:lvl3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3pPr>
    <a:lvl4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4pPr>
    <a:lvl5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5pPr>
    <a:lvl6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6pPr>
    <a:lvl7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7pPr>
    <a:lvl8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8pPr>
    <a:lvl9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9pPr>
  </p:defaultTextStyle>
  <p:extLst>
    <p:ext uri="{521415D9-36F7-43E2-AB2F-B90AF26B5E84}">
      <p14:sectionLst xmlns:p14="http://schemas.microsoft.com/office/powerpoint/2010/main">
        <p14:section name="Summary" id="{79B10970-BFF2-4C80-8CC7-87DFDB78D632}">
          <p14:sldIdLst>
            <p14:sldId id="1248"/>
          </p14:sldIdLst>
        </p14:section>
        <p14:section name="Section" id="{CF033A8C-7F22-4AE0-A6A5-0B754B0C7A49}">
          <p14:sldIdLst>
            <p14:sldId id="1397"/>
            <p14:sldId id="13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04EC57-1439-2E6E-0D38-0FB3A3936B74}" name="Boyce Chen" initials="BC" userId="86a2b12e41226f7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00080"/>
    <a:srgbClr val="003366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8CA1F0-7310-46A1-B3F3-511FDB23079C}" v="33" dt="2026-04-02T09:49:44.075"/>
  </p1510:revLst>
</p1510:revInfo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18" autoAdjust="0"/>
    <p:restoredTop sz="94099" autoAdjust="0"/>
  </p:normalViewPr>
  <p:slideViewPr>
    <p:cSldViewPr snapToGrid="0" snapToObjects="1">
      <p:cViewPr varScale="1">
        <p:scale>
          <a:sx n="61" d="100"/>
          <a:sy n="61" d="100"/>
        </p:scale>
        <p:origin x="1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319" cy="7631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rion Bao" userId="86a2b12e41226f78" providerId="LiveId" clId="{BE0B2CE4-1428-496C-ACE6-ADB1F60287EC}"/>
    <pc:docChg chg="undo custSel addSld delSld modSld addSection delSection modSection">
      <pc:chgData name="Tyrion Bao" userId="86a2b12e41226f78" providerId="LiveId" clId="{BE0B2CE4-1428-496C-ACE6-ADB1F60287EC}" dt="2026-04-02T09:50:21.050" v="175" actId="1076"/>
      <pc:docMkLst>
        <pc:docMk/>
      </pc:docMkLst>
      <pc:sldChg chg="modSp mod">
        <pc:chgData name="Tyrion Bao" userId="86a2b12e41226f78" providerId="LiveId" clId="{BE0B2CE4-1428-496C-ACE6-ADB1F60287EC}" dt="2026-04-02T09:41:32.798" v="6" actId="108"/>
        <pc:sldMkLst>
          <pc:docMk/>
          <pc:sldMk cId="0" sldId="302"/>
        </pc:sldMkLst>
        <pc:spChg chg="mod">
          <ac:chgData name="Tyrion Bao" userId="86a2b12e41226f78" providerId="LiveId" clId="{BE0B2CE4-1428-496C-ACE6-ADB1F60287EC}" dt="2026-04-02T09:41:32.798" v="6" actId="108"/>
          <ac:spMkLst>
            <pc:docMk/>
            <pc:sldMk cId="0" sldId="302"/>
            <ac:spMk id="6" creationId="{00000000-0000-0000-0000-000000000000}"/>
          </ac:spMkLst>
        </pc:spChg>
      </pc:sldChg>
      <pc:sldChg chg="modSp mod">
        <pc:chgData name="Tyrion Bao" userId="86a2b12e41226f78" providerId="LiveId" clId="{BE0B2CE4-1428-496C-ACE6-ADB1F60287EC}" dt="2026-04-02T09:49:01.111" v="151" actId="207"/>
        <pc:sldMkLst>
          <pc:docMk/>
          <pc:sldMk cId="0" sldId="1248"/>
        </pc:sldMkLst>
        <pc:graphicFrameChg chg="mod modGraphic">
          <ac:chgData name="Tyrion Bao" userId="86a2b12e41226f78" providerId="LiveId" clId="{BE0B2CE4-1428-496C-ACE6-ADB1F60287EC}" dt="2026-04-02T09:49:01.111" v="151" actId="207"/>
          <ac:graphicFrameMkLst>
            <pc:docMk/>
            <pc:sldMk cId="0" sldId="1248"/>
            <ac:graphicFrameMk id="16" creationId="{00000000-0000-0000-0000-000000000000}"/>
          </ac:graphicFrameMkLst>
        </pc:graphicFrameChg>
      </pc:sldChg>
      <pc:sldChg chg="del">
        <pc:chgData name="Tyrion Bao" userId="86a2b12e41226f78" providerId="LiveId" clId="{BE0B2CE4-1428-496C-ACE6-ADB1F60287EC}" dt="2026-04-02T09:43:27.045" v="30" actId="47"/>
        <pc:sldMkLst>
          <pc:docMk/>
          <pc:sldMk cId="0" sldId="1366"/>
        </pc:sldMkLst>
      </pc:sldChg>
      <pc:sldChg chg="del">
        <pc:chgData name="Tyrion Bao" userId="86a2b12e41226f78" providerId="LiveId" clId="{BE0B2CE4-1428-496C-ACE6-ADB1F60287EC}" dt="2026-04-02T09:43:27.045" v="30" actId="47"/>
        <pc:sldMkLst>
          <pc:docMk/>
          <pc:sldMk cId="0" sldId="1367"/>
        </pc:sldMkLst>
      </pc:sldChg>
      <pc:sldChg chg="del">
        <pc:chgData name="Tyrion Bao" userId="86a2b12e41226f78" providerId="LiveId" clId="{BE0B2CE4-1428-496C-ACE6-ADB1F60287EC}" dt="2026-04-02T09:43:27.045" v="30" actId="47"/>
        <pc:sldMkLst>
          <pc:docMk/>
          <pc:sldMk cId="0" sldId="1369"/>
        </pc:sldMkLst>
      </pc:sldChg>
      <pc:sldChg chg="del">
        <pc:chgData name="Tyrion Bao" userId="86a2b12e41226f78" providerId="LiveId" clId="{BE0B2CE4-1428-496C-ACE6-ADB1F60287EC}" dt="2026-04-02T09:43:27.045" v="30" actId="47"/>
        <pc:sldMkLst>
          <pc:docMk/>
          <pc:sldMk cId="0" sldId="1370"/>
        </pc:sldMkLst>
      </pc:sldChg>
      <pc:sldChg chg="del">
        <pc:chgData name="Tyrion Bao" userId="86a2b12e41226f78" providerId="LiveId" clId="{BE0B2CE4-1428-496C-ACE6-ADB1F60287EC}" dt="2026-04-02T09:43:20.793" v="28" actId="47"/>
        <pc:sldMkLst>
          <pc:docMk/>
          <pc:sldMk cId="0" sldId="1375"/>
        </pc:sldMkLst>
      </pc:sldChg>
      <pc:sldChg chg="addSp delSp modSp mod">
        <pc:chgData name="Tyrion Bao" userId="86a2b12e41226f78" providerId="LiveId" clId="{BE0B2CE4-1428-496C-ACE6-ADB1F60287EC}" dt="2026-04-02T09:45:31.609" v="69" actId="20577"/>
        <pc:sldMkLst>
          <pc:docMk/>
          <pc:sldMk cId="0" sldId="1376"/>
        </pc:sldMkLst>
        <pc:spChg chg="del">
          <ac:chgData name="Tyrion Bao" userId="86a2b12e41226f78" providerId="LiveId" clId="{BE0B2CE4-1428-496C-ACE6-ADB1F60287EC}" dt="2026-04-02T09:43:53.874" v="36" actId="478"/>
          <ac:spMkLst>
            <pc:docMk/>
            <pc:sldMk cId="0" sldId="1376"/>
            <ac:spMk id="6" creationId="{00000000-0000-0000-0000-000000000000}"/>
          </ac:spMkLst>
        </pc:spChg>
        <pc:spChg chg="add mod">
          <ac:chgData name="Tyrion Bao" userId="86a2b12e41226f78" providerId="LiveId" clId="{BE0B2CE4-1428-496C-ACE6-ADB1F60287EC}" dt="2026-04-02T09:45:31.609" v="69" actId="20577"/>
          <ac:spMkLst>
            <pc:docMk/>
            <pc:sldMk cId="0" sldId="1376"/>
            <ac:spMk id="8" creationId="{21C2C35F-CAF6-6984-D62F-5FD6958935E6}"/>
          </ac:spMkLst>
        </pc:spChg>
        <pc:spChg chg="del">
          <ac:chgData name="Tyrion Bao" userId="86a2b12e41226f78" providerId="LiveId" clId="{BE0B2CE4-1428-496C-ACE6-ADB1F60287EC}" dt="2026-04-02T09:43:51.755" v="35" actId="478"/>
          <ac:spMkLst>
            <pc:docMk/>
            <pc:sldMk cId="0" sldId="1376"/>
            <ac:spMk id="9" creationId="{00000000-0000-0000-0000-000000000000}"/>
          </ac:spMkLst>
        </pc:spChg>
        <pc:spChg chg="mod">
          <ac:chgData name="Tyrion Bao" userId="86a2b12e41226f78" providerId="LiveId" clId="{BE0B2CE4-1428-496C-ACE6-ADB1F60287EC}" dt="2026-04-02T09:45:10.676" v="54"/>
          <ac:spMkLst>
            <pc:docMk/>
            <pc:sldMk cId="0" sldId="1376"/>
            <ac:spMk id="12" creationId="{00000000-0000-0000-0000-000000000000}"/>
          </ac:spMkLst>
        </pc:spChg>
        <pc:picChg chg="add mod">
          <ac:chgData name="Tyrion Bao" userId="86a2b12e41226f78" providerId="LiveId" clId="{BE0B2CE4-1428-496C-ACE6-ADB1F60287EC}" dt="2026-04-02T09:44:32.094" v="44" actId="1076"/>
          <ac:picMkLst>
            <pc:docMk/>
            <pc:sldMk cId="0" sldId="1376"/>
            <ac:picMk id="3" creationId="{5DBFF004-93B1-5AE0-C3B3-3102D4FB16FD}"/>
          </ac:picMkLst>
        </pc:picChg>
        <pc:picChg chg="del">
          <ac:chgData name="Tyrion Bao" userId="86a2b12e41226f78" providerId="LiveId" clId="{BE0B2CE4-1428-496C-ACE6-ADB1F60287EC}" dt="2026-04-02T09:43:48.258" v="34" actId="478"/>
          <ac:picMkLst>
            <pc:docMk/>
            <pc:sldMk cId="0" sldId="1376"/>
            <ac:picMk id="4" creationId="{00000000-0000-0000-0000-000000000000}"/>
          </ac:picMkLst>
        </pc:picChg>
        <pc:picChg chg="add mod">
          <ac:chgData name="Tyrion Bao" userId="86a2b12e41226f78" providerId="LiveId" clId="{BE0B2CE4-1428-496C-ACE6-ADB1F60287EC}" dt="2026-04-02T09:44:34.468" v="46" actId="1076"/>
          <ac:picMkLst>
            <pc:docMk/>
            <pc:sldMk cId="0" sldId="1376"/>
            <ac:picMk id="7" creationId="{63A6DBAD-D3AA-127F-283E-38C7B8FE1DEE}"/>
          </ac:picMkLst>
        </pc:picChg>
      </pc:sldChg>
      <pc:sldChg chg="del">
        <pc:chgData name="Tyrion Bao" userId="86a2b12e41226f78" providerId="LiveId" clId="{BE0B2CE4-1428-496C-ACE6-ADB1F60287EC}" dt="2026-04-02T09:45:42.205" v="72" actId="47"/>
        <pc:sldMkLst>
          <pc:docMk/>
          <pc:sldMk cId="0" sldId="1378"/>
        </pc:sldMkLst>
      </pc:sldChg>
      <pc:sldChg chg="del">
        <pc:chgData name="Tyrion Bao" userId="86a2b12e41226f78" providerId="LiveId" clId="{BE0B2CE4-1428-496C-ACE6-ADB1F60287EC}" dt="2026-04-02T09:43:19.297" v="27" actId="47"/>
        <pc:sldMkLst>
          <pc:docMk/>
          <pc:sldMk cId="0" sldId="1379"/>
        </pc:sldMkLst>
      </pc:sldChg>
      <pc:sldChg chg="del">
        <pc:chgData name="Tyrion Bao" userId="86a2b12e41226f78" providerId="LiveId" clId="{BE0B2CE4-1428-496C-ACE6-ADB1F60287EC}" dt="2026-04-02T09:45:42.205" v="72" actId="47"/>
        <pc:sldMkLst>
          <pc:docMk/>
          <pc:sldMk cId="0" sldId="1384"/>
        </pc:sldMkLst>
      </pc:sldChg>
      <pc:sldChg chg="del">
        <pc:chgData name="Tyrion Bao" userId="86a2b12e41226f78" providerId="LiveId" clId="{BE0B2CE4-1428-496C-ACE6-ADB1F60287EC}" dt="2026-04-02T09:43:19.297" v="27" actId="47"/>
        <pc:sldMkLst>
          <pc:docMk/>
          <pc:sldMk cId="0" sldId="1385"/>
        </pc:sldMkLst>
      </pc:sldChg>
      <pc:sldChg chg="addSp delSp modSp add mod">
        <pc:chgData name="Tyrion Bao" userId="86a2b12e41226f78" providerId="LiveId" clId="{BE0B2CE4-1428-496C-ACE6-ADB1F60287EC}" dt="2026-04-02T09:45:38.199" v="71"/>
        <pc:sldMkLst>
          <pc:docMk/>
          <pc:sldMk cId="1791801279" sldId="1385"/>
        </pc:sldMkLst>
        <pc:spChg chg="add mod">
          <ac:chgData name="Tyrion Bao" userId="86a2b12e41226f78" providerId="LiveId" clId="{BE0B2CE4-1428-496C-ACE6-ADB1F60287EC}" dt="2026-04-02T09:45:26.998" v="58"/>
          <ac:spMkLst>
            <pc:docMk/>
            <pc:sldMk cId="1791801279" sldId="1385"/>
            <ac:spMk id="5" creationId="{18D830F0-4B8B-F9F2-51EA-38E4897C22CF}"/>
          </ac:spMkLst>
        </pc:spChg>
        <pc:spChg chg="add mod">
          <ac:chgData name="Tyrion Bao" userId="86a2b12e41226f78" providerId="LiveId" clId="{BE0B2CE4-1428-496C-ACE6-ADB1F60287EC}" dt="2026-04-02T09:45:34.777" v="70"/>
          <ac:spMkLst>
            <pc:docMk/>
            <pc:sldMk cId="1791801279" sldId="1385"/>
            <ac:spMk id="6" creationId="{EA3BC888-6E1D-814E-C24C-2EB8EF7DB9DF}"/>
          </ac:spMkLst>
        </pc:spChg>
        <pc:spChg chg="add mod">
          <ac:chgData name="Tyrion Bao" userId="86a2b12e41226f78" providerId="LiveId" clId="{BE0B2CE4-1428-496C-ACE6-ADB1F60287EC}" dt="2026-04-02T09:45:38.199" v="71"/>
          <ac:spMkLst>
            <pc:docMk/>
            <pc:sldMk cId="1791801279" sldId="1385"/>
            <ac:spMk id="8" creationId="{A54DF6BC-3A1D-63B3-4EAB-E8BEAA890F77}"/>
          </ac:spMkLst>
        </pc:spChg>
        <pc:spChg chg="mod">
          <ac:chgData name="Tyrion Bao" userId="86a2b12e41226f78" providerId="LiveId" clId="{BE0B2CE4-1428-496C-ACE6-ADB1F60287EC}" dt="2026-04-02T09:45:13.555" v="55"/>
          <ac:spMkLst>
            <pc:docMk/>
            <pc:sldMk cId="1791801279" sldId="1385"/>
            <ac:spMk id="12" creationId="{29460C72-B3F2-A3E0-4370-729B694FB1E9}"/>
          </ac:spMkLst>
        </pc:spChg>
        <pc:picChg chg="del">
          <ac:chgData name="Tyrion Bao" userId="86a2b12e41226f78" providerId="LiveId" clId="{BE0B2CE4-1428-496C-ACE6-ADB1F60287EC}" dt="2026-04-02T09:44:41.037" v="48" actId="478"/>
          <ac:picMkLst>
            <pc:docMk/>
            <pc:sldMk cId="1791801279" sldId="1385"/>
            <ac:picMk id="3" creationId="{EDFAE6DE-1D40-CCF7-B4E4-686BEAD21CC9}"/>
          </ac:picMkLst>
        </pc:picChg>
        <pc:picChg chg="add mod">
          <ac:chgData name="Tyrion Bao" userId="86a2b12e41226f78" providerId="LiveId" clId="{BE0B2CE4-1428-496C-ACE6-ADB1F60287EC}" dt="2026-04-02T09:45:17.391" v="56" actId="1076"/>
          <ac:picMkLst>
            <pc:docMk/>
            <pc:sldMk cId="1791801279" sldId="1385"/>
            <ac:picMk id="4" creationId="{C24AD5F7-611F-B1D6-AD01-6D60D1E18945}"/>
          </ac:picMkLst>
        </pc:picChg>
        <pc:picChg chg="del">
          <ac:chgData name="Tyrion Bao" userId="86a2b12e41226f78" providerId="LiveId" clId="{BE0B2CE4-1428-496C-ACE6-ADB1F60287EC}" dt="2026-04-02T09:44:41.037" v="48" actId="478"/>
          <ac:picMkLst>
            <pc:docMk/>
            <pc:sldMk cId="1791801279" sldId="1385"/>
            <ac:picMk id="7" creationId="{D8DF9506-1F5D-0F1A-B32D-1B50D3C56325}"/>
          </ac:picMkLst>
        </pc:picChg>
      </pc:sldChg>
      <pc:sldChg chg="addSp delSp modSp add mod">
        <pc:chgData name="Tyrion Bao" userId="86a2b12e41226f78" providerId="LiveId" clId="{BE0B2CE4-1428-496C-ACE6-ADB1F60287EC}" dt="2026-04-02T09:47:44.797" v="121" actId="1076"/>
        <pc:sldMkLst>
          <pc:docMk/>
          <pc:sldMk cId="524894134" sldId="1386"/>
        </pc:sldMkLst>
        <pc:spChg chg="mod">
          <ac:chgData name="Tyrion Bao" userId="86a2b12e41226f78" providerId="LiveId" clId="{BE0B2CE4-1428-496C-ACE6-ADB1F60287EC}" dt="2026-04-02T09:46:55.376" v="111" actId="20577"/>
          <ac:spMkLst>
            <pc:docMk/>
            <pc:sldMk cId="524894134" sldId="1386"/>
            <ac:spMk id="8" creationId="{153EA02C-F173-6924-CEAB-E42310BD3AD3}"/>
          </ac:spMkLst>
        </pc:spChg>
        <pc:spChg chg="mod">
          <ac:chgData name="Tyrion Bao" userId="86a2b12e41226f78" providerId="LiveId" clId="{BE0B2CE4-1428-496C-ACE6-ADB1F60287EC}" dt="2026-04-02T09:47:30.852" v="117"/>
          <ac:spMkLst>
            <pc:docMk/>
            <pc:sldMk cId="524894134" sldId="1386"/>
            <ac:spMk id="12" creationId="{261A1DE1-992C-942D-F99A-331F3196A00A}"/>
          </ac:spMkLst>
        </pc:spChg>
        <pc:picChg chg="del">
          <ac:chgData name="Tyrion Bao" userId="86a2b12e41226f78" providerId="LiveId" clId="{BE0B2CE4-1428-496C-ACE6-ADB1F60287EC}" dt="2026-04-02T09:47:43.826" v="119" actId="478"/>
          <ac:picMkLst>
            <pc:docMk/>
            <pc:sldMk cId="524894134" sldId="1386"/>
            <ac:picMk id="3" creationId="{E42956C6-3027-C9EF-46B4-8B9543E54112}"/>
          </ac:picMkLst>
        </pc:picChg>
        <pc:picChg chg="add mod">
          <ac:chgData name="Tyrion Bao" userId="86a2b12e41226f78" providerId="LiveId" clId="{BE0B2CE4-1428-496C-ACE6-ADB1F60287EC}" dt="2026-04-02T09:47:44.797" v="121" actId="1076"/>
          <ac:picMkLst>
            <pc:docMk/>
            <pc:sldMk cId="524894134" sldId="1386"/>
            <ac:picMk id="4" creationId="{4E0AE18B-91DB-FA87-6BC7-FE082C586784}"/>
          </ac:picMkLst>
        </pc:picChg>
        <pc:picChg chg="del">
          <ac:chgData name="Tyrion Bao" userId="86a2b12e41226f78" providerId="LiveId" clId="{BE0B2CE4-1428-496C-ACE6-ADB1F60287EC}" dt="2026-04-02T09:47:43.826" v="119" actId="478"/>
          <ac:picMkLst>
            <pc:docMk/>
            <pc:sldMk cId="524894134" sldId="1386"/>
            <ac:picMk id="7" creationId="{BE5F6CA7-C7E6-DC03-E178-A5DEFC07DD7A}"/>
          </ac:picMkLst>
        </pc:picChg>
      </pc:sldChg>
      <pc:sldChg chg="del">
        <pc:chgData name="Tyrion Bao" userId="86a2b12e41226f78" providerId="LiveId" clId="{BE0B2CE4-1428-496C-ACE6-ADB1F60287EC}" dt="2026-04-02T09:43:19.297" v="27" actId="47"/>
        <pc:sldMkLst>
          <pc:docMk/>
          <pc:sldMk cId="0" sldId="1387"/>
        </pc:sldMkLst>
      </pc:sldChg>
      <pc:sldChg chg="addSp delSp modSp add mod">
        <pc:chgData name="Tyrion Bao" userId="86a2b12e41226f78" providerId="LiveId" clId="{BE0B2CE4-1428-496C-ACE6-ADB1F60287EC}" dt="2026-04-02T09:48:29.768" v="137" actId="14100"/>
        <pc:sldMkLst>
          <pc:docMk/>
          <pc:sldMk cId="608464585" sldId="1387"/>
        </pc:sldMkLst>
        <pc:spChg chg="mod">
          <ac:chgData name="Tyrion Bao" userId="86a2b12e41226f78" providerId="LiveId" clId="{BE0B2CE4-1428-496C-ACE6-ADB1F60287EC}" dt="2026-04-02T09:46:58.592" v="113"/>
          <ac:spMkLst>
            <pc:docMk/>
            <pc:sldMk cId="608464585" sldId="1387"/>
            <ac:spMk id="8" creationId="{CEBD053C-EB87-34DF-E7DE-5503B4461C8A}"/>
          </ac:spMkLst>
        </pc:spChg>
        <pc:spChg chg="mod">
          <ac:chgData name="Tyrion Bao" userId="86a2b12e41226f78" providerId="LiveId" clId="{BE0B2CE4-1428-496C-ACE6-ADB1F60287EC}" dt="2026-04-02T09:47:33.972" v="118"/>
          <ac:spMkLst>
            <pc:docMk/>
            <pc:sldMk cId="608464585" sldId="1387"/>
            <ac:spMk id="12" creationId="{AC6CC0AF-05FE-C9D5-9AFC-99431102EAE4}"/>
          </ac:spMkLst>
        </pc:spChg>
        <pc:picChg chg="add mod">
          <ac:chgData name="Tyrion Bao" userId="86a2b12e41226f78" providerId="LiveId" clId="{BE0B2CE4-1428-496C-ACE6-ADB1F60287EC}" dt="2026-04-02T09:48:29.768" v="137" actId="14100"/>
          <ac:picMkLst>
            <pc:docMk/>
            <pc:sldMk cId="608464585" sldId="1387"/>
            <ac:picMk id="3" creationId="{9C3BBAE2-F277-DC39-E161-21A4F48ACB4E}"/>
          </ac:picMkLst>
        </pc:picChg>
        <pc:picChg chg="add del">
          <ac:chgData name="Tyrion Bao" userId="86a2b12e41226f78" providerId="LiveId" clId="{BE0B2CE4-1428-496C-ACE6-ADB1F60287EC}" dt="2026-04-02T09:48:00.759" v="123" actId="478"/>
          <ac:picMkLst>
            <pc:docMk/>
            <pc:sldMk cId="608464585" sldId="1387"/>
            <ac:picMk id="4" creationId="{42EB7EDB-0666-EE41-3E0B-543D624FA446}"/>
          </ac:picMkLst>
        </pc:picChg>
        <pc:picChg chg="add mod">
          <ac:chgData name="Tyrion Bao" userId="86a2b12e41226f78" providerId="LiveId" clId="{BE0B2CE4-1428-496C-ACE6-ADB1F60287EC}" dt="2026-04-02T09:48:27.899" v="136" actId="1076"/>
          <ac:picMkLst>
            <pc:docMk/>
            <pc:sldMk cId="608464585" sldId="1387"/>
            <ac:picMk id="6" creationId="{8BD57163-FC18-D2C5-A41E-171B163A1B14}"/>
          </ac:picMkLst>
        </pc:picChg>
      </pc:sldChg>
      <pc:sldChg chg="addSp delSp modSp add mod">
        <pc:chgData name="Tyrion Bao" userId="86a2b12e41226f78" providerId="LiveId" clId="{BE0B2CE4-1428-496C-ACE6-ADB1F60287EC}" dt="2026-04-02T09:50:09.349" v="168" actId="1076"/>
        <pc:sldMkLst>
          <pc:docMk/>
          <pc:sldMk cId="2251301645" sldId="1388"/>
        </pc:sldMkLst>
        <pc:spChg chg="mod">
          <ac:chgData name="Tyrion Bao" userId="86a2b12e41226f78" providerId="LiveId" clId="{BE0B2CE4-1428-496C-ACE6-ADB1F60287EC}" dt="2026-04-02T09:49:20.648" v="155"/>
          <ac:spMkLst>
            <pc:docMk/>
            <pc:sldMk cId="2251301645" sldId="1388"/>
            <ac:spMk id="8" creationId="{B9927487-96BE-382B-B17A-B4008D75A39C}"/>
          </ac:spMkLst>
        </pc:spChg>
        <pc:spChg chg="mod">
          <ac:chgData name="Tyrion Bao" userId="86a2b12e41226f78" providerId="LiveId" clId="{BE0B2CE4-1428-496C-ACE6-ADB1F60287EC}" dt="2026-04-02T09:49:52.468" v="163" actId="207"/>
          <ac:spMkLst>
            <pc:docMk/>
            <pc:sldMk cId="2251301645" sldId="1388"/>
            <ac:spMk id="12" creationId="{8394A0BF-94EF-4885-F5B1-2049BC00AF57}"/>
          </ac:spMkLst>
        </pc:spChg>
        <pc:picChg chg="add mod">
          <ac:chgData name="Tyrion Bao" userId="86a2b12e41226f78" providerId="LiveId" clId="{BE0B2CE4-1428-496C-ACE6-ADB1F60287EC}" dt="2026-04-02T09:50:09.349" v="168" actId="1076"/>
          <ac:picMkLst>
            <pc:docMk/>
            <pc:sldMk cId="2251301645" sldId="1388"/>
            <ac:picMk id="3" creationId="{88F02005-4A8F-9696-B0D3-D3115CBF230C}"/>
          </ac:picMkLst>
        </pc:picChg>
        <pc:picChg chg="del">
          <ac:chgData name="Tyrion Bao" userId="86a2b12e41226f78" providerId="LiveId" clId="{BE0B2CE4-1428-496C-ACE6-ADB1F60287EC}" dt="2026-04-02T09:49:35.059" v="159" actId="478"/>
          <ac:picMkLst>
            <pc:docMk/>
            <pc:sldMk cId="2251301645" sldId="1388"/>
            <ac:picMk id="4" creationId="{6045EB0D-2C23-C015-5873-8B401C6C9CB4}"/>
          </ac:picMkLst>
        </pc:picChg>
      </pc:sldChg>
      <pc:sldChg chg="del">
        <pc:chgData name="Tyrion Bao" userId="86a2b12e41226f78" providerId="LiveId" clId="{BE0B2CE4-1428-496C-ACE6-ADB1F60287EC}" dt="2026-04-02T09:43:19.297" v="27" actId="47"/>
        <pc:sldMkLst>
          <pc:docMk/>
          <pc:sldMk cId="0" sldId="1389"/>
        </pc:sldMkLst>
      </pc:sldChg>
      <pc:sldChg chg="addSp delSp modSp add mod">
        <pc:chgData name="Tyrion Bao" userId="86a2b12e41226f78" providerId="LiveId" clId="{BE0B2CE4-1428-496C-ACE6-ADB1F60287EC}" dt="2026-04-02T09:50:21.050" v="175" actId="1076"/>
        <pc:sldMkLst>
          <pc:docMk/>
          <pc:sldMk cId="1736177197" sldId="1389"/>
        </pc:sldMkLst>
        <pc:spChg chg="mod">
          <ac:chgData name="Tyrion Bao" userId="86a2b12e41226f78" providerId="LiveId" clId="{BE0B2CE4-1428-496C-ACE6-ADB1F60287EC}" dt="2026-04-02T09:49:22.469" v="156"/>
          <ac:spMkLst>
            <pc:docMk/>
            <pc:sldMk cId="1736177197" sldId="1389"/>
            <ac:spMk id="8" creationId="{9E296EEB-73E4-DADE-D0B8-1A7934B64A32}"/>
          </ac:spMkLst>
        </pc:spChg>
        <pc:spChg chg="mod">
          <ac:chgData name="Tyrion Bao" userId="86a2b12e41226f78" providerId="LiveId" clId="{BE0B2CE4-1428-496C-ACE6-ADB1F60287EC}" dt="2026-04-02T09:49:54.788" v="164" actId="207"/>
          <ac:spMkLst>
            <pc:docMk/>
            <pc:sldMk cId="1736177197" sldId="1389"/>
            <ac:spMk id="12" creationId="{DA52C41F-5ABA-04E0-54C7-44587C16D12D}"/>
          </ac:spMkLst>
        </pc:spChg>
        <pc:picChg chg="del">
          <ac:chgData name="Tyrion Bao" userId="86a2b12e41226f78" providerId="LiveId" clId="{BE0B2CE4-1428-496C-ACE6-ADB1F60287EC}" dt="2026-04-02T09:50:15.516" v="169" actId="478"/>
          <ac:picMkLst>
            <pc:docMk/>
            <pc:sldMk cId="1736177197" sldId="1389"/>
            <ac:picMk id="3" creationId="{5D4C4E1F-F92C-7BCB-B3E2-0C2B33B4668B}"/>
          </ac:picMkLst>
        </pc:picChg>
        <pc:picChg chg="del">
          <ac:chgData name="Tyrion Bao" userId="86a2b12e41226f78" providerId="LiveId" clId="{BE0B2CE4-1428-496C-ACE6-ADB1F60287EC}" dt="2026-04-02T09:50:16.729" v="170" actId="478"/>
          <ac:picMkLst>
            <pc:docMk/>
            <pc:sldMk cId="1736177197" sldId="1389"/>
            <ac:picMk id="4" creationId="{0956359B-B0EE-3D31-FA82-6BAE14F98ED6}"/>
          </ac:picMkLst>
        </pc:picChg>
        <pc:picChg chg="add mod">
          <ac:chgData name="Tyrion Bao" userId="86a2b12e41226f78" providerId="LiveId" clId="{BE0B2CE4-1428-496C-ACE6-ADB1F60287EC}" dt="2026-04-02T09:50:21.050" v="175" actId="1076"/>
          <ac:picMkLst>
            <pc:docMk/>
            <pc:sldMk cId="1736177197" sldId="1389"/>
            <ac:picMk id="5" creationId="{A41B805E-1C00-596F-13B0-A731010C53FF}"/>
          </ac:picMkLst>
        </pc:picChg>
        <pc:picChg chg="del">
          <ac:chgData name="Tyrion Bao" userId="86a2b12e41226f78" providerId="LiveId" clId="{BE0B2CE4-1428-496C-ACE6-ADB1F60287EC}" dt="2026-04-02T09:50:15.516" v="169" actId="478"/>
          <ac:picMkLst>
            <pc:docMk/>
            <pc:sldMk cId="1736177197" sldId="1389"/>
            <ac:picMk id="6" creationId="{2BC216BF-AA2A-F523-AA25-A61B63E045DA}"/>
          </ac:picMkLst>
        </pc:picChg>
      </pc:sldChg>
      <pc:sldChg chg="del">
        <pc:chgData name="Tyrion Bao" userId="86a2b12e41226f78" providerId="LiveId" clId="{BE0B2CE4-1428-496C-ACE6-ADB1F60287EC}" dt="2026-04-02T09:43:19.297" v="27" actId="47"/>
        <pc:sldMkLst>
          <pc:docMk/>
          <pc:sldMk cId="0" sldId="139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Shape 80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01" name="Shape 80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ver 1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"/>
          <p:cNvSpPr/>
          <p:nvPr/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0" name="Small title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19931" y="6884535"/>
            <a:ext cx="22944138" cy="475781"/>
          </a:xfrm>
          <a:prstGeom prst="rect">
            <a:avLst/>
          </a:prstGeom>
        </p:spPr>
        <p:txBody>
          <a:bodyPr/>
          <a:lstStyle>
            <a:lvl1pPr defTabSz="1172210">
              <a:defRPr>
                <a:solidFill>
                  <a:srgbClr val="FFFFFF"/>
                </a:solidFill>
              </a:defRPr>
            </a:lvl1pPr>
          </a:lstStyle>
          <a:p>
            <a:r>
              <a:t>Small title</a:t>
            </a:r>
          </a:p>
        </p:txBody>
      </p:sp>
      <p:sp>
        <p:nvSpPr>
          <p:cNvPr id="51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>
              <a:defRPr>
                <a:solidFill>
                  <a:srgbClr val="777777"/>
                </a:solidFill>
              </a:defRPr>
            </a:pPr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2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54" name="Image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5" name="Rectangle"/>
          <p:cNvSpPr/>
          <p:nvPr/>
        </p:nvSpPr>
        <p:spPr>
          <a:xfrm rot="16200000">
            <a:off x="12128500" y="7301279"/>
            <a:ext cx="127000" cy="762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56" name="image1.pdf" descr="image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ver 2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238017"/>
            <a:ext cx="22944138" cy="76888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pic>
        <p:nvPicPr>
          <p:cNvPr id="65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6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7" name="Rectangle"/>
          <p:cNvSpPr/>
          <p:nvPr/>
        </p:nvSpPr>
        <p:spPr>
          <a:xfrm rot="16200000">
            <a:off x="12128500" y="7033482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68" name="Image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9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ver 2_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238017"/>
            <a:ext cx="22944138" cy="76888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pic>
        <p:nvPicPr>
          <p:cNvPr id="92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3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94" name="Rectangle"/>
          <p:cNvSpPr/>
          <p:nvPr/>
        </p:nvSpPr>
        <p:spPr>
          <a:xfrm rot="16200000">
            <a:off x="12128500" y="7033482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95" name="Image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6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ver 2_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0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238017"/>
            <a:ext cx="22944138" cy="768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0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108" name="Rectangle"/>
          <p:cNvSpPr/>
          <p:nvPr/>
        </p:nvSpPr>
        <p:spPr>
          <a:xfrm rot="16200000">
            <a:off x="12128500" y="7033482"/>
            <a:ext cx="127000" cy="762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109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0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vider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405421"/>
            <a:ext cx="22944138" cy="766501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Title Text</a:t>
            </a:r>
          </a:p>
        </p:txBody>
      </p:sp>
      <p:pic>
        <p:nvPicPr>
          <p:cNvPr id="11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121" name="Rectangle"/>
          <p:cNvSpPr/>
          <p:nvPr/>
        </p:nvSpPr>
        <p:spPr>
          <a:xfrm rot="16200000">
            <a:off x="12128500" y="6866078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12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44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405421"/>
            <a:ext cx="22944138" cy="766501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rPr dirty="0"/>
              <a:t>Title Text</a:t>
            </a:r>
          </a:p>
        </p:txBody>
      </p:sp>
      <p:pic>
        <p:nvPicPr>
          <p:cNvPr id="145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6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147" name="Rectangle"/>
          <p:cNvSpPr/>
          <p:nvPr/>
        </p:nvSpPr>
        <p:spPr>
          <a:xfrm rot="16200000">
            <a:off x="12128500" y="6866078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14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9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vider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405421"/>
            <a:ext cx="22944138" cy="766501"/>
          </a:xfrm>
          <a:prstGeom prst="rect">
            <a:avLst/>
          </a:prstGeo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5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161" name="Rectangle"/>
          <p:cNvSpPr/>
          <p:nvPr/>
        </p:nvSpPr>
        <p:spPr>
          <a:xfrm rot="16200000">
            <a:off x="12128500" y="6866078"/>
            <a:ext cx="127000" cy="762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16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1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ubDivider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3080441"/>
            <a:ext cx="22944138" cy="475781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8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188" name="Rectangle"/>
          <p:cNvSpPr/>
          <p:nvPr/>
        </p:nvSpPr>
        <p:spPr>
          <a:xfrm rot="16200000">
            <a:off x="12128500" y="3290806"/>
            <a:ext cx="127000" cy="762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9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190" name="Sub chapter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19931" y="6355407"/>
            <a:ext cx="22944138" cy="1005186"/>
          </a:xfrm>
          <a:prstGeom prst="rect">
            <a:avLst/>
          </a:prstGeom>
        </p:spPr>
        <p:txBody>
          <a:bodyPr/>
          <a:lstStyle>
            <a:lvl1pPr defTabSz="1172210">
              <a:defRPr sz="7000" cap="none">
                <a:solidFill>
                  <a:srgbClr val="FFFFFF"/>
                </a:solidFill>
              </a:defRPr>
            </a:lvl1pPr>
          </a:lstStyle>
          <a:p>
            <a:r>
              <a:t>Sub chapter</a:t>
            </a:r>
          </a:p>
        </p:txBody>
      </p:sp>
      <p:pic>
        <p:nvPicPr>
          <p:cNvPr id="191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ubDivider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0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3080441"/>
            <a:ext cx="22944138" cy="475781"/>
          </a:xfrm>
          <a:prstGeom prst="rect">
            <a:avLst/>
          </a:prstGeom>
        </p:spPr>
        <p:txBody>
          <a:bodyPr/>
          <a:lstStyle>
            <a:lvl1pPr>
              <a:defRPr sz="3000"/>
            </a:lvl1pPr>
          </a:lstStyle>
          <a:p>
            <a:r>
              <a:t>Title Text</a:t>
            </a:r>
          </a:p>
        </p:txBody>
      </p:sp>
      <p:pic>
        <p:nvPicPr>
          <p:cNvPr id="20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pic>
        <p:nvPicPr>
          <p:cNvPr id="203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4" name="Rectangle"/>
          <p:cNvSpPr/>
          <p:nvPr/>
        </p:nvSpPr>
        <p:spPr>
          <a:xfrm rot="16200000">
            <a:off x="12128500" y="3290806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05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206" name="Sub chapter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19931" y="6355407"/>
            <a:ext cx="22944138" cy="1005186"/>
          </a:xfrm>
          <a:prstGeom prst="rect">
            <a:avLst/>
          </a:prstGeom>
        </p:spPr>
        <p:txBody>
          <a:bodyPr/>
          <a:lstStyle>
            <a:lvl1pPr defTabSz="1172210">
              <a:defRPr sz="7000" cap="none"/>
            </a:lvl1pPr>
          </a:lstStyle>
          <a:p>
            <a:r>
              <a:rPr dirty="0"/>
              <a:t>Sub chapter</a:t>
            </a:r>
          </a:p>
        </p:txBody>
      </p:sp>
      <p:sp>
        <p:nvSpPr>
          <p:cNvPr id="20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ubDivider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1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3080441"/>
            <a:ext cx="22944138" cy="475781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21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pic>
        <p:nvPicPr>
          <p:cNvPr id="21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9" name="Rectangle"/>
          <p:cNvSpPr/>
          <p:nvPr/>
        </p:nvSpPr>
        <p:spPr>
          <a:xfrm rot="16200000">
            <a:off x="12128500" y="3290806"/>
            <a:ext cx="127000" cy="762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0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221" name="Sub chapter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19931" y="6355407"/>
            <a:ext cx="22944138" cy="1005186"/>
          </a:xfrm>
          <a:prstGeom prst="rect">
            <a:avLst/>
          </a:prstGeom>
        </p:spPr>
        <p:txBody>
          <a:bodyPr/>
          <a:lstStyle>
            <a:lvl1pPr defTabSz="1172210">
              <a:defRPr sz="7000" cap="none">
                <a:solidFill>
                  <a:srgbClr val="FFFFFF"/>
                </a:solidFill>
              </a:defRPr>
            </a:lvl1pPr>
          </a:lstStyle>
          <a:p>
            <a:r>
              <a:t>Sub chapter</a:t>
            </a:r>
          </a:p>
        </p:txBody>
      </p:sp>
      <p:sp>
        <p:nvSpPr>
          <p:cNvPr id="2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ase Slide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itle Tex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4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244" name="SUBTITLE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  <p:sp>
        <p:nvSpPr>
          <p:cNvPr id="245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pic>
        <p:nvPicPr>
          <p:cNvPr id="246" name="Image" descr="Image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20451233" y="13278618"/>
            <a:ext cx="3175001" cy="152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47" name="image1.pdf" descr="image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48" name="A Thundersoft® company      Rightware® confidential"/>
          <p:cNvSpPr txBox="1"/>
          <p:nvPr/>
        </p:nvSpPr>
        <p:spPr>
          <a:xfrm>
            <a:off x="9798555" y="13129653"/>
            <a:ext cx="4786890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pic>
        <p:nvPicPr>
          <p:cNvPr id="9" name="Image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ase Slide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56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pic>
        <p:nvPicPr>
          <p:cNvPr id="257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58" name="SUBTITLE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  <p:sp>
        <p:nvSpPr>
          <p:cNvPr id="259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2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61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62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263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ase Slide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71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272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73" name="SUBTITLE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  <p:sp>
        <p:nvSpPr>
          <p:cNvPr id="274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2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76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77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278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tatement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30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30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304" name="Title Tex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9281732" y="3728141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05" name="Statement in many rows here…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5825710"/>
            <a:ext cx="22865971" cy="2082801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/>
          <a:p>
            <a:pPr defTabSz="1172210">
              <a:defRPr sz="7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pPr>
            <a:r>
              <a:t>Statement in many rows here</a:t>
            </a:r>
          </a:p>
          <a:p>
            <a:pPr defTabSz="1172210">
              <a:defRPr sz="7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pPr>
            <a:r>
              <a:t>(responsive text box)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tatement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2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3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33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334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281732" y="3728141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5" name="Statement in many rows here…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6952" y="5825710"/>
            <a:ext cx="22865971" cy="2082801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/>
          <a:p>
            <a:pPr defTabSz="1172210">
              <a:defRPr sz="7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pPr>
            <a:r>
              <a:t>Statement in many rows here</a:t>
            </a:r>
          </a:p>
          <a:p>
            <a:pPr defTabSz="1172210">
              <a:defRPr sz="7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pPr>
            <a:r>
              <a:t>(responsive text box)</a:t>
            </a:r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ist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itle Tex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945770" y="930347"/>
            <a:ext cx="22539428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74" name="MAIN POIN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3681214"/>
            <a:ext cx="22865971" cy="1003300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defTabSz="1172210">
              <a:defRPr sz="7000">
                <a:solidFill>
                  <a:srgbClr val="FFFFFF"/>
                </a:solidFill>
              </a:defRPr>
            </a:lvl1pPr>
          </a:lstStyle>
          <a:p>
            <a:r>
              <a:t>MAIN POINT</a:t>
            </a:r>
          </a:p>
        </p:txBody>
      </p:sp>
      <p:pic>
        <p:nvPicPr>
          <p:cNvPr id="375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6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37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378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379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80" name="MAIN POINT HERE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977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381" name="List starts her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977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382" name="MAIN POINT HERE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5549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383" name="List starts here"/>
          <p:cNvSpPr txBox="1">
            <a:spLocks noGrp="1"/>
          </p:cNvSpPr>
          <p:nvPr>
            <p:ph type="body" sz="quarter" idx="18" hasCustomPrompt="1"/>
          </p:nvPr>
        </p:nvSpPr>
        <p:spPr>
          <a:xfrm>
            <a:off x="5549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384" name="MAIN POINT HERE"/>
          <p:cNvSpPr txBox="1">
            <a:spLocks noGrp="1"/>
          </p:cNvSpPr>
          <p:nvPr>
            <p:ph type="body" sz="quarter" idx="19" hasCustomPrompt="1"/>
          </p:nvPr>
        </p:nvSpPr>
        <p:spPr>
          <a:xfrm>
            <a:off x="10121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385" name="List starts here"/>
          <p:cNvSpPr txBox="1">
            <a:spLocks noGrp="1"/>
          </p:cNvSpPr>
          <p:nvPr>
            <p:ph type="body" sz="quarter" idx="20" hasCustomPrompt="1"/>
          </p:nvPr>
        </p:nvSpPr>
        <p:spPr>
          <a:xfrm>
            <a:off x="10121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386" name="MAIN POINT HER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4693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387" name="List starts her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4693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388" name="MAIN POINT HERE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9265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389" name="List starts here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19265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390" name="SUBTITLE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  <p:pic>
        <p:nvPicPr>
          <p:cNvPr id="396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ist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04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405" name="MAIN POIN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6952" y="3681214"/>
            <a:ext cx="22865971" cy="1003300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defTabSz="1172210">
              <a:defRPr sz="7000"/>
            </a:lvl1pPr>
          </a:lstStyle>
          <a:p>
            <a:r>
              <a:t>MAIN POINT</a:t>
            </a:r>
          </a:p>
        </p:txBody>
      </p:sp>
      <p:pic>
        <p:nvPicPr>
          <p:cNvPr id="40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0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4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409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10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11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12" name="MAIN POINT HER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977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13" name="List starts here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977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/>
            </a:lvl1pPr>
          </a:lstStyle>
          <a:p>
            <a:r>
              <a:t>List starts here</a:t>
            </a:r>
          </a:p>
        </p:txBody>
      </p:sp>
      <p:sp>
        <p:nvSpPr>
          <p:cNvPr id="414" name="MAIN POINT HERE"/>
          <p:cNvSpPr txBox="1">
            <a:spLocks noGrp="1"/>
          </p:cNvSpPr>
          <p:nvPr>
            <p:ph type="body" sz="quarter" idx="18" hasCustomPrompt="1"/>
          </p:nvPr>
        </p:nvSpPr>
        <p:spPr>
          <a:xfrm>
            <a:off x="5549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15" name="List starts here"/>
          <p:cNvSpPr txBox="1">
            <a:spLocks noGrp="1"/>
          </p:cNvSpPr>
          <p:nvPr>
            <p:ph type="body" sz="quarter" idx="19" hasCustomPrompt="1"/>
          </p:nvPr>
        </p:nvSpPr>
        <p:spPr>
          <a:xfrm>
            <a:off x="5549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/>
            </a:lvl1pPr>
          </a:lstStyle>
          <a:p>
            <a:r>
              <a:t>List starts here</a:t>
            </a:r>
          </a:p>
        </p:txBody>
      </p:sp>
      <p:sp>
        <p:nvSpPr>
          <p:cNvPr id="416" name="MAIN POINT HERE"/>
          <p:cNvSpPr txBox="1">
            <a:spLocks noGrp="1"/>
          </p:cNvSpPr>
          <p:nvPr>
            <p:ph type="body" sz="quarter" idx="20" hasCustomPrompt="1"/>
          </p:nvPr>
        </p:nvSpPr>
        <p:spPr>
          <a:xfrm>
            <a:off x="10121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17" name="List starts her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0121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/>
            </a:lvl1pPr>
          </a:lstStyle>
          <a:p>
            <a:r>
              <a:t>List starts here</a:t>
            </a:r>
          </a:p>
        </p:txBody>
      </p:sp>
      <p:sp>
        <p:nvSpPr>
          <p:cNvPr id="418" name="MAIN POINT HER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4693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19" name="List starts here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4693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/>
            </a:lvl1pPr>
          </a:lstStyle>
          <a:p>
            <a:r>
              <a:t>List starts here</a:t>
            </a:r>
          </a:p>
        </p:txBody>
      </p:sp>
      <p:sp>
        <p:nvSpPr>
          <p:cNvPr id="420" name="MAIN POINT HERE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19265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21" name="List starts here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19265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/>
            </a:lvl1pPr>
          </a:lstStyle>
          <a:p>
            <a:r>
              <a:t>List starts here</a:t>
            </a:r>
          </a:p>
        </p:txBody>
      </p:sp>
      <p:sp>
        <p:nvSpPr>
          <p:cNvPr id="422" name="SUBTITLE"/>
          <p:cNvSpPr txBox="1">
            <a:spLocks noGrp="1"/>
          </p:cNvSpPr>
          <p:nvPr>
            <p:ph type="body" sz="quarter" idx="26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ist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435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436" name="MAIN POIN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6952" y="3681214"/>
            <a:ext cx="22865971" cy="1003300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defTabSz="1172210">
              <a:defRPr sz="7000">
                <a:solidFill>
                  <a:srgbClr val="FFFFFF"/>
                </a:solidFill>
              </a:defRPr>
            </a:lvl1pPr>
          </a:lstStyle>
          <a:p>
            <a:r>
              <a:t>MAIN POINT</a:t>
            </a:r>
          </a:p>
        </p:txBody>
      </p:sp>
      <p:pic>
        <p:nvPicPr>
          <p:cNvPr id="437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8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4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440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41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42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43" name="MAIN POINT HER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977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44" name="List starts here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977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445" name="MAIN POINT HERE"/>
          <p:cNvSpPr txBox="1">
            <a:spLocks noGrp="1"/>
          </p:cNvSpPr>
          <p:nvPr>
            <p:ph type="body" sz="quarter" idx="18" hasCustomPrompt="1"/>
          </p:nvPr>
        </p:nvSpPr>
        <p:spPr>
          <a:xfrm>
            <a:off x="5549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46" name="List starts here"/>
          <p:cNvSpPr txBox="1">
            <a:spLocks noGrp="1"/>
          </p:cNvSpPr>
          <p:nvPr>
            <p:ph type="body" sz="quarter" idx="19" hasCustomPrompt="1"/>
          </p:nvPr>
        </p:nvSpPr>
        <p:spPr>
          <a:xfrm>
            <a:off x="5549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447" name="MAIN POINT HERE"/>
          <p:cNvSpPr txBox="1">
            <a:spLocks noGrp="1"/>
          </p:cNvSpPr>
          <p:nvPr>
            <p:ph type="body" sz="quarter" idx="20" hasCustomPrompt="1"/>
          </p:nvPr>
        </p:nvSpPr>
        <p:spPr>
          <a:xfrm>
            <a:off x="10121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48" name="List starts her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0121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449" name="MAIN POINT HER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4693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50" name="List starts here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4693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451" name="MAIN POINT HERE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19265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52" name="List starts here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19265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453" name="SUBTITLE"/>
          <p:cNvSpPr txBox="1">
            <a:spLocks noGrp="1"/>
          </p:cNvSpPr>
          <p:nvPr>
            <p:ph type="body" sz="quarter" idx="26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&amp;Imag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MAIN POIN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66952" y="4199053"/>
            <a:ext cx="11429671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algn="l" defTabSz="1172210">
              <a:defRPr sz="50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46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4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469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70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71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472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73" name="Text in one column here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5175" y="7321586"/>
            <a:ext cx="11433225" cy="56307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one column here</a:t>
            </a:r>
          </a:p>
        </p:txBody>
      </p:sp>
      <p:sp>
        <p:nvSpPr>
          <p:cNvPr id="474" name="Rectangle"/>
          <p:cNvSpPr/>
          <p:nvPr/>
        </p:nvSpPr>
        <p:spPr>
          <a:xfrm rot="16200000">
            <a:off x="1298575" y="6477000"/>
            <a:ext cx="127000" cy="762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475" name="Image"/>
          <p:cNvSpPr>
            <a:spLocks noGrp="1"/>
          </p:cNvSpPr>
          <p:nvPr>
            <p:ph type="pic" idx="16"/>
          </p:nvPr>
        </p:nvSpPr>
        <p:spPr>
          <a:xfrm>
            <a:off x="12193058" y="762000"/>
            <a:ext cx="11430001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TLINE 1_Text&amp;Imag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766953" y="7321586"/>
            <a:ext cx="11425048" cy="5630779"/>
          </a:xfrm>
        </p:spPr>
        <p:txBody>
          <a:bodyPr anchor="t" anchorCtr="0"/>
          <a:lstStyle>
            <a:lvl1pPr marL="457200" indent="-457200" algn="l">
              <a:buFont typeface="Arial" panose="020B0604020202020204" pitchFamily="34" charset="0"/>
              <a:buChar char="•"/>
              <a:defRPr sz="3600" cap="none" baseline="0"/>
            </a:lvl1pPr>
            <a:lvl2pPr marL="914400" indent="-457200" algn="l">
              <a:buFont typeface="Arial" panose="020B0604020202020204" pitchFamily="34" charset="0"/>
              <a:buChar char="•"/>
              <a:defRPr cap="none" baseline="0"/>
            </a:lvl2pPr>
            <a:lvl3pPr marL="1371600" indent="-457200" algn="l">
              <a:buFont typeface="Arial" panose="020B0604020202020204" pitchFamily="34" charset="0"/>
              <a:buChar char="•"/>
              <a:defRPr cap="none" baseline="0"/>
            </a:lvl3pPr>
            <a:lvl4pPr marL="1828800" indent="-457200" algn="l">
              <a:buFont typeface="Arial" panose="020B0604020202020204" pitchFamily="34" charset="0"/>
              <a:buChar char="•"/>
              <a:defRPr cap="none" baseline="0"/>
            </a:lvl4pPr>
            <a:lvl5pPr marL="2286000" indent="-457200" algn="l">
              <a:buFont typeface="Arial" panose="020B0604020202020204" pitchFamily="34" charset="0"/>
              <a:buChar char="•"/>
              <a:defRPr cap="none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  <p:sp>
        <p:nvSpPr>
          <p:cNvPr id="465" name="MAIN POIN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66952" y="4199053"/>
            <a:ext cx="11429671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algn="l" defTabSz="1172210">
              <a:defRPr sz="50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46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4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469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70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71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472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74" name="Rectangle"/>
          <p:cNvSpPr/>
          <p:nvPr/>
        </p:nvSpPr>
        <p:spPr>
          <a:xfrm rot="16200000">
            <a:off x="1298575" y="6477000"/>
            <a:ext cx="127000" cy="762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475" name="Image"/>
          <p:cNvSpPr>
            <a:spLocks noGrp="1"/>
          </p:cNvSpPr>
          <p:nvPr>
            <p:ph type="pic" idx="16"/>
          </p:nvPr>
        </p:nvSpPr>
        <p:spPr>
          <a:xfrm>
            <a:off x="12193058" y="762000"/>
            <a:ext cx="11430001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&amp;Image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MAIN POIN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66952" y="4199053"/>
            <a:ext cx="11429671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algn="l" defTabSz="1172210">
              <a:defRPr sz="5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483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84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4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486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87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488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89" name="Text in one column here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5175" y="7321586"/>
            <a:ext cx="11433225" cy="56307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one column here</a:t>
            </a:r>
          </a:p>
        </p:txBody>
      </p:sp>
      <p:sp>
        <p:nvSpPr>
          <p:cNvPr id="490" name="Rectangle"/>
          <p:cNvSpPr/>
          <p:nvPr/>
        </p:nvSpPr>
        <p:spPr>
          <a:xfrm rot="16200000">
            <a:off x="1298575" y="6477000"/>
            <a:ext cx="127000" cy="762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491" name="Image"/>
          <p:cNvSpPr>
            <a:spLocks noGrp="1"/>
          </p:cNvSpPr>
          <p:nvPr>
            <p:ph type="pic" idx="16"/>
          </p:nvPr>
        </p:nvSpPr>
        <p:spPr>
          <a:xfrm>
            <a:off x="12193058" y="762000"/>
            <a:ext cx="11430001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49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&amp;Image_Frame_Positiv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00" name="MAIN POIN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4199053"/>
            <a:ext cx="11429671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algn="l" defTabSz="1172210">
              <a:defRPr sz="50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0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0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04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05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06" name="Title Tex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945770" y="930347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507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08" name="Text in one column her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765175" y="7321586"/>
            <a:ext cx="11433225" cy="56307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one column here</a:t>
            </a:r>
          </a:p>
        </p:txBody>
      </p:sp>
      <p:sp>
        <p:nvSpPr>
          <p:cNvPr id="509" name="Rectangle"/>
          <p:cNvSpPr/>
          <p:nvPr/>
        </p:nvSpPr>
        <p:spPr>
          <a:xfrm rot="16200000">
            <a:off x="1298575" y="6477000"/>
            <a:ext cx="127000" cy="762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10" name="Image"/>
          <p:cNvSpPr>
            <a:spLocks noGrp="1"/>
          </p:cNvSpPr>
          <p:nvPr>
            <p:ph type="pic" idx="17"/>
          </p:nvPr>
        </p:nvSpPr>
        <p:spPr>
          <a:xfrm>
            <a:off x="12193058" y="762000"/>
            <a:ext cx="11430001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&amp;Image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18" name="MAIN POIN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4199053"/>
            <a:ext cx="11429671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algn="l" defTabSz="1172210">
              <a:defRPr sz="5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1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2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2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2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2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24" name="Title Tex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945770" y="930347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25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26" name="Text in one column her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765175" y="7321586"/>
            <a:ext cx="11433225" cy="56307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one column here</a:t>
            </a:r>
          </a:p>
        </p:txBody>
      </p:sp>
      <p:sp>
        <p:nvSpPr>
          <p:cNvPr id="527" name="Rectangle"/>
          <p:cNvSpPr/>
          <p:nvPr/>
        </p:nvSpPr>
        <p:spPr>
          <a:xfrm rot="16200000">
            <a:off x="1298575" y="6477000"/>
            <a:ext cx="127000" cy="762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28" name="Image"/>
          <p:cNvSpPr>
            <a:spLocks noGrp="1"/>
          </p:cNvSpPr>
          <p:nvPr>
            <p:ph type="pic" idx="17"/>
          </p:nvPr>
        </p:nvSpPr>
        <p:spPr>
          <a:xfrm>
            <a:off x="12193058" y="762000"/>
            <a:ext cx="11430001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TLINE 1_Text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Title Tex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536" name="MAIN POIN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4199053"/>
            <a:ext cx="22850097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defTabSz="1172210">
              <a:defRPr sz="50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37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38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40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41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42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44" name="Rectangle"/>
          <p:cNvSpPr/>
          <p:nvPr/>
        </p:nvSpPr>
        <p:spPr>
          <a:xfrm rot="16200000">
            <a:off x="12128500" y="6477000"/>
            <a:ext cx="127000" cy="762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45" name="SUBTITL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766953" y="7321586"/>
            <a:ext cx="11425048" cy="5630779"/>
          </a:xfrm>
        </p:spPr>
        <p:txBody>
          <a:bodyPr anchor="t" anchorCtr="0"/>
          <a:lstStyle>
            <a:lvl1pPr marL="457200" indent="-457200" algn="l">
              <a:buFont typeface="Arial" panose="020B0604020202020204" pitchFamily="34" charset="0"/>
              <a:buChar char="•"/>
              <a:defRPr sz="3600" cap="none" baseline="0"/>
            </a:lvl1pPr>
            <a:lvl2pPr marL="914400" indent="-457200" algn="l">
              <a:buFont typeface="Arial" panose="020B0604020202020204" pitchFamily="34" charset="0"/>
              <a:buChar char="•"/>
              <a:defRPr cap="none" baseline="0"/>
            </a:lvl2pPr>
            <a:lvl3pPr marL="1371600" indent="-457200" algn="l">
              <a:buFont typeface="Arial" panose="020B0604020202020204" pitchFamily="34" charset="0"/>
              <a:buChar char="•"/>
              <a:defRPr cap="none" baseline="0"/>
            </a:lvl3pPr>
            <a:lvl4pPr marL="1828800" indent="-457200" algn="l">
              <a:buFont typeface="Arial" panose="020B0604020202020204" pitchFamily="34" charset="0"/>
              <a:buChar char="•"/>
              <a:defRPr cap="none" baseline="0"/>
            </a:lvl4pPr>
            <a:lvl5pPr marL="2286000" indent="-457200" algn="l">
              <a:buFont typeface="Arial" panose="020B0604020202020204" pitchFamily="34" charset="0"/>
              <a:buChar char="•"/>
              <a:defRPr cap="none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levelc</a:t>
            </a:r>
            <a:endParaRPr lang="fi-FI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12254103" y="7321586"/>
            <a:ext cx="11425048" cy="5630779"/>
          </a:xfrm>
        </p:spPr>
        <p:txBody>
          <a:bodyPr anchor="t" anchorCtr="0"/>
          <a:lstStyle>
            <a:lvl1pPr marL="457200" indent="-457200" algn="l">
              <a:buFont typeface="Arial" panose="020B0604020202020204" pitchFamily="34" charset="0"/>
              <a:buChar char="•"/>
              <a:defRPr sz="3600" cap="none" baseline="0"/>
            </a:lvl1pPr>
            <a:lvl2pPr marL="914400" indent="-457200" algn="l">
              <a:buFont typeface="Arial" panose="020B0604020202020204" pitchFamily="34" charset="0"/>
              <a:buChar char="•"/>
              <a:defRPr cap="none" baseline="0"/>
            </a:lvl2pPr>
            <a:lvl3pPr marL="1371600" indent="-457200" algn="l">
              <a:buFont typeface="Arial" panose="020B0604020202020204" pitchFamily="34" charset="0"/>
              <a:buChar char="•"/>
              <a:defRPr cap="none" baseline="0"/>
            </a:lvl3pPr>
            <a:lvl4pPr marL="1828800" indent="-457200" algn="l">
              <a:buFont typeface="Arial" panose="020B0604020202020204" pitchFamily="34" charset="0"/>
              <a:buChar char="•"/>
              <a:defRPr cap="none" baseline="0"/>
            </a:lvl4pPr>
            <a:lvl5pPr marL="2286000" indent="-457200" algn="l">
              <a:buFont typeface="Arial" panose="020B0604020202020204" pitchFamily="34" charset="0"/>
              <a:buChar char="•"/>
              <a:defRPr cap="none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Title Tex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53" name="MAIN POIN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4199053"/>
            <a:ext cx="22850097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defTabSz="1172210">
              <a:defRPr sz="5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54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55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557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58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59" name="Text in two columns here"/>
          <p:cNvSpPr txBox="1">
            <a:spLocks noGrp="1"/>
          </p:cNvSpPr>
          <p:nvPr>
            <p:ph type="body" sz="half" idx="15" hasCustomPrompt="1"/>
          </p:nvPr>
        </p:nvSpPr>
        <p:spPr>
          <a:xfrm>
            <a:off x="765175" y="7321586"/>
            <a:ext cx="22853650" cy="5630779"/>
          </a:xfrm>
          <a:prstGeom prst="rect">
            <a:avLst/>
          </a:prstGeom>
        </p:spPr>
        <p:txBody>
          <a:bodyPr lIns="0" tIns="0" rIns="0" bIns="0" numCol="2" spcCol="1142682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two columns here</a:t>
            </a:r>
          </a:p>
        </p:txBody>
      </p:sp>
      <p:sp>
        <p:nvSpPr>
          <p:cNvPr id="560" name="Rectangle"/>
          <p:cNvSpPr/>
          <p:nvPr/>
        </p:nvSpPr>
        <p:spPr>
          <a:xfrm rot="16200000">
            <a:off x="12128500" y="6477000"/>
            <a:ext cx="127000" cy="762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561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62" name="SUBTITL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70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571" name="MAIN POIN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6952" y="4199053"/>
            <a:ext cx="22850097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defTabSz="1172210">
              <a:defRPr sz="50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72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73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7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75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76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77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78" name="Text in two columns here"/>
          <p:cNvSpPr txBox="1">
            <a:spLocks noGrp="1"/>
          </p:cNvSpPr>
          <p:nvPr>
            <p:ph type="body" sz="half" idx="16" hasCustomPrompt="1"/>
          </p:nvPr>
        </p:nvSpPr>
        <p:spPr>
          <a:xfrm>
            <a:off x="765175" y="7321586"/>
            <a:ext cx="22853650" cy="5630779"/>
          </a:xfrm>
          <a:prstGeom prst="rect">
            <a:avLst/>
          </a:prstGeom>
        </p:spPr>
        <p:txBody>
          <a:bodyPr lIns="0" tIns="0" rIns="0" bIns="0" numCol="2" spcCol="1142682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two columns here</a:t>
            </a:r>
          </a:p>
        </p:txBody>
      </p:sp>
      <p:sp>
        <p:nvSpPr>
          <p:cNvPr id="579" name="Rectangle"/>
          <p:cNvSpPr/>
          <p:nvPr/>
        </p:nvSpPr>
        <p:spPr>
          <a:xfrm rot="16200000">
            <a:off x="12128500" y="6477000"/>
            <a:ext cx="127000" cy="762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80" name="SUBTITLE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88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508334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89" name="MAIN POIN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6952" y="4199053"/>
            <a:ext cx="22850097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defTabSz="1172210">
              <a:defRPr sz="5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90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91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93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94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95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96" name="Text in two columns here"/>
          <p:cNvSpPr txBox="1">
            <a:spLocks noGrp="1"/>
          </p:cNvSpPr>
          <p:nvPr>
            <p:ph type="body" sz="half" idx="16" hasCustomPrompt="1"/>
          </p:nvPr>
        </p:nvSpPr>
        <p:spPr>
          <a:xfrm>
            <a:off x="765175" y="7321586"/>
            <a:ext cx="22853650" cy="5630779"/>
          </a:xfrm>
          <a:prstGeom prst="rect">
            <a:avLst/>
          </a:prstGeom>
        </p:spPr>
        <p:txBody>
          <a:bodyPr lIns="0" tIns="0" rIns="0" bIns="0" numCol="2" spcCol="1142682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two columns here</a:t>
            </a:r>
          </a:p>
        </p:txBody>
      </p:sp>
      <p:sp>
        <p:nvSpPr>
          <p:cNvPr id="597" name="Rectangle"/>
          <p:cNvSpPr/>
          <p:nvPr/>
        </p:nvSpPr>
        <p:spPr>
          <a:xfrm rot="16200000">
            <a:off x="12128500" y="6477000"/>
            <a:ext cx="127000" cy="762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98" name="SUBTITLE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ull Image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19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21" name="Image"/>
          <p:cNvSpPr>
            <a:spLocks noGrp="1"/>
          </p:cNvSpPr>
          <p:nvPr>
            <p:ph type="pic" idx="13"/>
          </p:nvPr>
        </p:nvSpPr>
        <p:spPr>
          <a:xfrm>
            <a:off x="758825" y="762000"/>
            <a:ext cx="22860000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62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2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62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images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3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33" name="Image"/>
          <p:cNvSpPr>
            <a:spLocks noGrp="1"/>
          </p:cNvSpPr>
          <p:nvPr>
            <p:ph type="pic" idx="13"/>
          </p:nvPr>
        </p:nvSpPr>
        <p:spPr>
          <a:xfrm>
            <a:off x="760941" y="757796"/>
            <a:ext cx="11398251" cy="1220040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34" name="Image"/>
          <p:cNvSpPr>
            <a:spLocks noGrp="1"/>
          </p:cNvSpPr>
          <p:nvPr>
            <p:ph type="pic" idx="14"/>
          </p:nvPr>
        </p:nvSpPr>
        <p:spPr>
          <a:xfrm>
            <a:off x="12224808" y="757796"/>
            <a:ext cx="11398251" cy="1220040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635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36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6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images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45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46" name="Image"/>
          <p:cNvSpPr>
            <a:spLocks noGrp="1"/>
          </p:cNvSpPr>
          <p:nvPr>
            <p:ph type="pic" idx="13"/>
          </p:nvPr>
        </p:nvSpPr>
        <p:spPr>
          <a:xfrm>
            <a:off x="760941" y="757796"/>
            <a:ext cx="11398251" cy="1220040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47" name="Image"/>
          <p:cNvSpPr>
            <a:spLocks noGrp="1"/>
          </p:cNvSpPr>
          <p:nvPr>
            <p:ph type="pic" idx="14"/>
          </p:nvPr>
        </p:nvSpPr>
        <p:spPr>
          <a:xfrm>
            <a:off x="12224808" y="757796"/>
            <a:ext cx="11398251" cy="1220040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48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pic>
        <p:nvPicPr>
          <p:cNvPr id="649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hree Images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58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59" name="Image"/>
          <p:cNvSpPr>
            <a:spLocks noGrp="1"/>
          </p:cNvSpPr>
          <p:nvPr>
            <p:ph type="pic" sz="half" idx="13"/>
          </p:nvPr>
        </p:nvSpPr>
        <p:spPr>
          <a:xfrm>
            <a:off x="761997" y="760941"/>
            <a:ext cx="7577672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60" name="Image"/>
          <p:cNvSpPr>
            <a:spLocks noGrp="1"/>
          </p:cNvSpPr>
          <p:nvPr>
            <p:ph type="pic" sz="half" idx="14"/>
          </p:nvPr>
        </p:nvSpPr>
        <p:spPr>
          <a:xfrm>
            <a:off x="8403164" y="760941"/>
            <a:ext cx="7577672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61" name="Image"/>
          <p:cNvSpPr>
            <a:spLocks noGrp="1"/>
          </p:cNvSpPr>
          <p:nvPr>
            <p:ph type="pic" sz="half" idx="15"/>
          </p:nvPr>
        </p:nvSpPr>
        <p:spPr>
          <a:xfrm>
            <a:off x="16046729" y="760941"/>
            <a:ext cx="7577671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66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6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6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hree Images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7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73" name="Image"/>
          <p:cNvSpPr>
            <a:spLocks noGrp="1"/>
          </p:cNvSpPr>
          <p:nvPr>
            <p:ph type="pic" sz="half" idx="13"/>
          </p:nvPr>
        </p:nvSpPr>
        <p:spPr>
          <a:xfrm>
            <a:off x="761997" y="760941"/>
            <a:ext cx="7577672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74" name="Image"/>
          <p:cNvSpPr>
            <a:spLocks noGrp="1"/>
          </p:cNvSpPr>
          <p:nvPr>
            <p:ph type="pic" sz="half" idx="14"/>
          </p:nvPr>
        </p:nvSpPr>
        <p:spPr>
          <a:xfrm>
            <a:off x="8403164" y="760941"/>
            <a:ext cx="7577672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75" name="Image"/>
          <p:cNvSpPr>
            <a:spLocks noGrp="1"/>
          </p:cNvSpPr>
          <p:nvPr>
            <p:ph type="pic" sz="half" idx="15"/>
          </p:nvPr>
        </p:nvSpPr>
        <p:spPr>
          <a:xfrm>
            <a:off x="16046729" y="760941"/>
            <a:ext cx="7577671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76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pic>
        <p:nvPicPr>
          <p:cNvPr id="677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llag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86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87" name="Image"/>
          <p:cNvSpPr>
            <a:spLocks noGrp="1"/>
          </p:cNvSpPr>
          <p:nvPr>
            <p:ph type="pic" sz="half" idx="13"/>
          </p:nvPr>
        </p:nvSpPr>
        <p:spPr>
          <a:xfrm>
            <a:off x="760941" y="757796"/>
            <a:ext cx="1139825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88" name="Image"/>
          <p:cNvSpPr>
            <a:spLocks noGrp="1"/>
          </p:cNvSpPr>
          <p:nvPr>
            <p:ph type="pic" sz="half" idx="14"/>
          </p:nvPr>
        </p:nvSpPr>
        <p:spPr>
          <a:xfrm>
            <a:off x="12224808" y="757796"/>
            <a:ext cx="1139825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89" name="Image"/>
          <p:cNvSpPr>
            <a:spLocks noGrp="1"/>
          </p:cNvSpPr>
          <p:nvPr>
            <p:ph type="pic" sz="quarter" idx="15"/>
          </p:nvPr>
        </p:nvSpPr>
        <p:spPr>
          <a:xfrm>
            <a:off x="761997" y="6890808"/>
            <a:ext cx="7577672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90" name="Image"/>
          <p:cNvSpPr>
            <a:spLocks noGrp="1"/>
          </p:cNvSpPr>
          <p:nvPr>
            <p:ph type="pic" sz="quarter" idx="16"/>
          </p:nvPr>
        </p:nvSpPr>
        <p:spPr>
          <a:xfrm>
            <a:off x="8403164" y="6890808"/>
            <a:ext cx="7577672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91" name="Image"/>
          <p:cNvSpPr>
            <a:spLocks noGrp="1"/>
          </p:cNvSpPr>
          <p:nvPr>
            <p:ph type="pic" sz="quarter" idx="17"/>
          </p:nvPr>
        </p:nvSpPr>
        <p:spPr>
          <a:xfrm>
            <a:off x="16046729" y="6890808"/>
            <a:ext cx="757767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69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9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6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llage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0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703" name="Image"/>
          <p:cNvSpPr>
            <a:spLocks noGrp="1"/>
          </p:cNvSpPr>
          <p:nvPr>
            <p:ph type="pic" sz="half" idx="13"/>
          </p:nvPr>
        </p:nvSpPr>
        <p:spPr>
          <a:xfrm>
            <a:off x="760941" y="757796"/>
            <a:ext cx="1139825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704" name="Image"/>
          <p:cNvSpPr>
            <a:spLocks noGrp="1"/>
          </p:cNvSpPr>
          <p:nvPr>
            <p:ph type="pic" sz="half" idx="14"/>
          </p:nvPr>
        </p:nvSpPr>
        <p:spPr>
          <a:xfrm>
            <a:off x="12224808" y="757796"/>
            <a:ext cx="1139825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705" name="Image"/>
          <p:cNvSpPr>
            <a:spLocks noGrp="1"/>
          </p:cNvSpPr>
          <p:nvPr>
            <p:ph type="pic" sz="quarter" idx="15"/>
          </p:nvPr>
        </p:nvSpPr>
        <p:spPr>
          <a:xfrm>
            <a:off x="761997" y="6890808"/>
            <a:ext cx="7577672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706" name="Image"/>
          <p:cNvSpPr>
            <a:spLocks noGrp="1"/>
          </p:cNvSpPr>
          <p:nvPr>
            <p:ph type="pic" sz="quarter" idx="16"/>
          </p:nvPr>
        </p:nvSpPr>
        <p:spPr>
          <a:xfrm>
            <a:off x="8403164" y="6890808"/>
            <a:ext cx="7577672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707" name="Image"/>
          <p:cNvSpPr>
            <a:spLocks noGrp="1"/>
          </p:cNvSpPr>
          <p:nvPr>
            <p:ph type="pic" sz="quarter" idx="17"/>
          </p:nvPr>
        </p:nvSpPr>
        <p:spPr>
          <a:xfrm>
            <a:off x="16046729" y="6890808"/>
            <a:ext cx="757767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70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09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7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29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7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495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731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32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4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7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74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4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744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5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7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754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55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756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91" name="A Thundersoft® company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t>A Thundersoft</a:t>
            </a:r>
            <a:r>
              <a:rPr baseline="32000"/>
              <a:t>®</a:t>
            </a:r>
            <a:r>
              <a:t> company</a:t>
            </a:r>
          </a:p>
        </p:txBody>
      </p:sp>
      <p:sp>
        <p:nvSpPr>
          <p:cNvPr id="7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495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793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94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</p:spPr>
        <p:txBody>
          <a:bodyPr/>
          <a:lstStyle/>
          <a:p>
            <a:fld id="{AD47BF0B-C5F6-456B-99D9-1E84273BA548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46980-5119-4026-8E95-9D17368CB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>
              <a:defRPr>
                <a:solidFill>
                  <a:srgbClr val="777777"/>
                </a:solidFill>
              </a:defRPr>
            </a:pPr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719137" y="5970220"/>
            <a:ext cx="22944138" cy="78034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pic>
        <p:nvPicPr>
          <p:cNvPr id="5" name="Image"/>
          <p:cNvPicPr>
            <a:picLocks noChangeAspect="1"/>
          </p:cNvPicPr>
          <p:nvPr userDrawn="1"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Rectangle"/>
          <p:cNvSpPr/>
          <p:nvPr/>
        </p:nvSpPr>
        <p:spPr>
          <a:xfrm rot="16200000">
            <a:off x="12128500" y="7301279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7" name="image1.pdf" descr="image1.pdf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Body Level One…"/>
          <p:cNvSpPr txBox="1">
            <a:spLocks noGrp="1"/>
          </p:cNvSpPr>
          <p:nvPr>
            <p:ph type="body" idx="1"/>
          </p:nvPr>
        </p:nvSpPr>
        <p:spPr>
          <a:xfrm>
            <a:off x="719137" y="6826667"/>
            <a:ext cx="22944139" cy="59151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926112" y="838038"/>
            <a:ext cx="5689601" cy="73660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5" r:id="rId36"/>
    <p:sldLayoutId id="2147483686" r:id="rId37"/>
    <p:sldLayoutId id="2147483687" r:id="rId38"/>
    <p:sldLayoutId id="2147483688" r:id="rId39"/>
  </p:sldLayoutIdLst>
  <p:transition spd="med"/>
  <p:txStyles>
    <p:titleStyle>
      <a:lvl1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1pPr>
      <a:lvl2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2pPr>
      <a:lvl3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3pPr>
      <a:lvl4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4pPr>
      <a:lvl5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5pPr>
      <a:lvl6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6pPr>
      <a:lvl7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7pPr>
      <a:lvl8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8pPr>
      <a:lvl9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9pPr>
    </p:titleStyle>
    <p:body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1pPr>
      <a:lvl2pPr marL="0" marR="0" indent="117221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2pPr>
      <a:lvl3pPr marL="0" marR="0" indent="2345055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3pPr>
      <a:lvl4pPr marL="0" marR="0" indent="3517265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4pPr>
      <a:lvl5pPr marL="0" marR="0" indent="4689475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5pPr>
      <a:lvl6pPr marL="0" marR="0" indent="5861685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6pPr>
      <a:lvl7pPr marL="0" marR="0" indent="703453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7pPr>
      <a:lvl8pPr marL="0" marR="0" indent="820674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8pPr>
      <a:lvl9pPr marL="0" marR="0" indent="937895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9pPr>
    </p:bodyStyle>
    <p:otherStyle>
      <a:lvl1pPr marL="0" marR="0" indent="0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1172210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2345055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3517265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4689475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5861685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7034530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8206740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9378950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85801" y="193039"/>
            <a:ext cx="4067810" cy="11169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lvl="0" indent="0" algn="l" defTabSz="11722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ja-JP" sz="6600" b="0" i="0" u="none" strike="noStrike" kern="0" cap="none" spc="0" normalizeH="0" baseline="0" noProof="0" dirty="0">
                <a:ln>
                  <a:noFill/>
                </a:ln>
                <a:solidFill>
                  <a:srgbClr val="434343">
                    <a:lumMod val="50000"/>
                  </a:srgbClr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Helvetica"/>
                <a:sym typeface="Helvetica"/>
              </a:rPr>
              <a:t>Summary</a:t>
            </a: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925240"/>
              </p:ext>
            </p:extLst>
          </p:nvPr>
        </p:nvGraphicFramePr>
        <p:xfrm>
          <a:off x="3118797" y="1617786"/>
          <a:ext cx="17523914" cy="1267555"/>
        </p:xfrm>
        <a:graphic>
          <a:graphicData uri="http://schemas.openxmlformats.org/drawingml/2006/table">
            <a:tbl>
              <a:tblPr/>
              <a:tblGrid>
                <a:gridCol w="8761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1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67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MODULE</a:t>
                      </a:r>
                      <a:endParaRPr lang="en-US" sz="3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3070" marR="23070" marT="11535" marB="115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7221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36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Helvetica"/>
                        </a:rPr>
                        <a:t>ID</a:t>
                      </a:r>
                      <a:endParaRPr lang="en-US" altLang="zh-CN" sz="36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Helvetica"/>
                      </a:endParaRPr>
                    </a:p>
                  </a:txBody>
                  <a:tcPr marL="23070" marR="23070" marT="11535" marB="115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409B7-18A1-5F4C-B50B-3E029AB5A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6">
            <a:extLst>
              <a:ext uri="{FF2B5EF4-FFF2-40B4-BE49-F238E27FC236}">
                <a16:creationId xmlns:a16="http://schemas.microsoft.com/office/drawing/2014/main" id="{2F81EB46-9EDB-5FF6-CED6-5CE9299C3526}"/>
              </a:ext>
            </a:extLst>
          </p:cNvPr>
          <p:cNvSpPr txBox="1"/>
          <p:nvPr/>
        </p:nvSpPr>
        <p:spPr>
          <a:xfrm>
            <a:off x="294957" y="2716035"/>
            <a:ext cx="23794085" cy="18911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lstStyle/>
          <a:p>
            <a:pPr algn="l"/>
            <a:r>
              <a:rPr lang="en-US" altLang="zh-CN" sz="32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[key] [summary]</a:t>
            </a:r>
            <a:endParaRPr lang="zh-CN" altLang="en-US" sz="3200" b="1" dirty="0">
              <a:solidFill>
                <a:schemeClr val="tx2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CDABD5C-C070-31E0-4701-C7E6BC6E95AE}"/>
              </a:ext>
            </a:extLst>
          </p:cNvPr>
          <p:cNvSpPr txBox="1"/>
          <p:nvPr/>
        </p:nvSpPr>
        <p:spPr>
          <a:xfrm>
            <a:off x="649605" y="1277620"/>
            <a:ext cx="3683701" cy="10874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t" forceAA="0">
            <a:spAutoFit/>
          </a:bodyPr>
          <a:lstStyle/>
          <a:p>
            <a:pPr lvl="0" algn="l">
              <a:defRPr/>
            </a:pPr>
            <a:r>
              <a:rPr lang="en-US" altLang="zh-CN" sz="6400" dirty="0">
                <a:solidFill>
                  <a:srgbClr val="434343">
                    <a:lumMod val="50000"/>
                  </a:srgb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[Module]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8285EE-4D6B-A318-F168-9BB973F7F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129" y="5540348"/>
            <a:ext cx="15187492" cy="482285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2012226-633A-1A58-4358-728B9A687A3F}"/>
              </a:ext>
            </a:extLst>
          </p:cNvPr>
          <p:cNvSpPr txBox="1"/>
          <p:nvPr/>
        </p:nvSpPr>
        <p:spPr>
          <a:xfrm>
            <a:off x="12673440" y="1272978"/>
            <a:ext cx="1476366" cy="10874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t" forceAA="0">
            <a:spAutoFit/>
          </a:bodyPr>
          <a:lstStyle/>
          <a:p>
            <a:pPr lvl="0" algn="l">
              <a:defRPr/>
            </a:pPr>
            <a:r>
              <a:rPr lang="en-US" altLang="zh-CN" sz="6400" dirty="0">
                <a:solidFill>
                  <a:srgbClr val="434343">
                    <a:lumMod val="50000"/>
                  </a:srgb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Diff</a:t>
            </a:r>
          </a:p>
        </p:txBody>
      </p:sp>
    </p:spTree>
    <p:extLst>
      <p:ext uri="{BB962C8B-B14F-4D97-AF65-F5344CB8AC3E}">
        <p14:creationId xmlns:p14="http://schemas.microsoft.com/office/powerpoint/2010/main" val="380711292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542D9-AE88-706F-0735-25E661F97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6">
            <a:extLst>
              <a:ext uri="{FF2B5EF4-FFF2-40B4-BE49-F238E27FC236}">
                <a16:creationId xmlns:a16="http://schemas.microsoft.com/office/drawing/2014/main" id="{C616AC37-0582-BEC0-6E99-71ADFF557283}"/>
              </a:ext>
            </a:extLst>
          </p:cNvPr>
          <p:cNvSpPr txBox="1"/>
          <p:nvPr/>
        </p:nvSpPr>
        <p:spPr>
          <a:xfrm>
            <a:off x="294957" y="2716035"/>
            <a:ext cx="23794085" cy="18911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lstStyle/>
          <a:p>
            <a:pPr algn="l"/>
            <a:r>
              <a:rPr lang="en-US" altLang="zh-CN" sz="32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[key] [summary]</a:t>
            </a:r>
            <a:endParaRPr lang="zh-CN" altLang="en-US" sz="3200" b="1" dirty="0">
              <a:solidFill>
                <a:schemeClr val="tx2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8D743C-F172-CF51-5B3E-4C4F63513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129" y="5540348"/>
            <a:ext cx="15187492" cy="482285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3C83B96-6DD2-8EA4-60C9-11D67C7E21CD}"/>
              </a:ext>
            </a:extLst>
          </p:cNvPr>
          <p:cNvSpPr txBox="1"/>
          <p:nvPr/>
        </p:nvSpPr>
        <p:spPr>
          <a:xfrm>
            <a:off x="12673440" y="1272978"/>
            <a:ext cx="6530634" cy="10874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t" forceAA="0">
            <a:spAutoFit/>
          </a:bodyPr>
          <a:lstStyle/>
          <a:p>
            <a:pPr lvl="0" algn="l">
              <a:defRPr/>
            </a:pPr>
            <a:r>
              <a:rPr lang="en-US" altLang="zh-CN" sz="6400" dirty="0">
                <a:solidFill>
                  <a:srgbClr val="434343">
                    <a:lumMod val="50000"/>
                  </a:srgb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Self Test Report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8AA5B65-BF3C-37BA-BBFF-E961FA80168C}"/>
              </a:ext>
            </a:extLst>
          </p:cNvPr>
          <p:cNvSpPr txBox="1"/>
          <p:nvPr/>
        </p:nvSpPr>
        <p:spPr>
          <a:xfrm>
            <a:off x="649605" y="1277620"/>
            <a:ext cx="3683701" cy="10874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t" forceAA="0">
            <a:spAutoFit/>
          </a:bodyPr>
          <a:lstStyle/>
          <a:p>
            <a:pPr lvl="0" algn="l">
              <a:defRPr/>
            </a:pPr>
            <a:r>
              <a:rPr lang="en-US" altLang="zh-CN" sz="6400" dirty="0">
                <a:solidFill>
                  <a:srgbClr val="434343">
                    <a:lumMod val="50000"/>
                  </a:srgb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[Module]</a:t>
            </a:r>
          </a:p>
        </p:txBody>
      </p:sp>
    </p:spTree>
    <p:extLst>
      <p:ext uri="{BB962C8B-B14F-4D97-AF65-F5344CB8AC3E}">
        <p14:creationId xmlns:p14="http://schemas.microsoft.com/office/powerpoint/2010/main" val="1037475528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NhODAwZTI3ZGUxNGNlYTFhMTRmYWU0ZDI3YTBiNGQifQ=="/>
</p:tagLst>
</file>

<file path=ppt/theme/theme1.xml><?xml version="1.0" encoding="utf-8"?>
<a:theme xmlns:a="http://schemas.openxmlformats.org/drawingml/2006/main" name="Black">
  <a:themeElements>
    <a:clrScheme name="Black">
      <a:dk1>
        <a:srgbClr val="6C6C6C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DIN Next LT Pro"/>
        <a:ea typeface="DIN Next LT Pro"/>
        <a:cs typeface="DIN Next LT Pro"/>
      </a:majorFont>
      <a:minorFont>
        <a:latin typeface="DIN Next LT Pro"/>
        <a:ea typeface="DIN Next LT Pro"/>
        <a:cs typeface="DIN Next LT Pro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7221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4600" b="0" i="0" u="none" strike="noStrike" cap="none" spc="0" normalizeH="0" baseline="0">
            <a:ln>
              <a:noFill/>
            </a:ln>
            <a:solidFill>
              <a:srgbClr val="333333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r" defTabSz="117221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6C6C6C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DIN Next LT Pro"/>
        <a:ea typeface="DIN Next LT Pro"/>
        <a:cs typeface="DIN Next LT Pro"/>
      </a:majorFont>
      <a:minorFont>
        <a:latin typeface="DIN Next LT Pro"/>
        <a:ea typeface="DIN Next LT Pro"/>
        <a:cs typeface="DIN Next LT Pro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7221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4600" b="0" i="0" u="none" strike="noStrike" cap="none" spc="0" normalizeH="0" baseline="0">
            <a:ln>
              <a:noFill/>
            </a:ln>
            <a:solidFill>
              <a:srgbClr val="333333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r" defTabSz="117221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6C6C6C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4591</TotalTime>
  <Words>25</Words>
  <Application>Microsoft Office PowerPoint</Application>
  <PresentationFormat>自定义</PresentationFormat>
  <Paragraphs>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DIN Next LT Pro</vt:lpstr>
      <vt:lpstr>DIN Next LT Pro Light</vt:lpstr>
      <vt:lpstr>Helvetica Neue</vt:lpstr>
      <vt:lpstr>Meiryo UI</vt:lpstr>
      <vt:lpstr>Arial</vt:lpstr>
      <vt:lpstr>Calibri</vt:lpstr>
      <vt:lpstr>Helvetica</vt:lpstr>
      <vt:lpstr>Black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Veleda Map Discussion</dc:title>
  <dc:creator>Qiang Qian</dc:creator>
  <cp:lastModifiedBy>Tyrion Bao</cp:lastModifiedBy>
  <cp:revision>710</cp:revision>
  <dcterms:created xsi:type="dcterms:W3CDTF">2020-12-01T15:42:00Z</dcterms:created>
  <dcterms:modified xsi:type="dcterms:W3CDTF">2026-05-29T06:50:56Z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18A3F5937EC14E14BFDA16CFFD0A544D_13</vt:lpwstr>
  </property>
  <property fmtid="{D5CDD505-2E9C-101B-9397-08002B2CF9AE}" pid="3" name="KSOProductBuildVer">
    <vt:lpwstr>1033-12.2.0.23196</vt:lpwstr>
  </property>
</Properties>
</file>